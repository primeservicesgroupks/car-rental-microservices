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BEFF"/>
                </a:solidFill>
              </a:defRPr>
            </a:pPr>
            <a:r>
              <a:t>PROJECT 4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Authentication, JWT &amp; RBAC</a:t>
            </a:r>
          </a:p>
          <a:p>
            <a:pPr>
              <a:defRPr sz="1900">
                <a:solidFill>
                  <a:srgbClr val="DCE6F0"/>
                </a:solidFill>
              </a:defRPr>
            </a:pPr>
            <a:r>
              <a:t>Secure the persistent User Service built in Projects 1–3</a:t>
            </a:r>
          </a:p>
          <a:p>
            <a:pPr>
              <a:defRPr sz="1300">
                <a:solidFill>
                  <a:srgbClr val="BECDDC"/>
                </a:solidFill>
              </a:defRPr>
            </a:pPr>
            <a:r>
              <a:t>FastAPI • PostgreSQL • SQLAlchemy • Alembic • Password Hashing • JWT •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Where Project 4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1: architecture, repository foundation, health service and local workflow.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2: FastAPI User Service with in-memory CRUD.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3: PostgreSQL + SQLAlchemy + Alembic persistent user data.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4: prove identity, issue tokens, protect routes, and enforce roles.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5: Vehicle Service can then use authenticated user identity and OWNER permissions.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Understand authentication vs authorization.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store plaintext passwords.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Hash and verify passwords using a modern password hashing library.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a login endpoint that verifies credentials.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Issue signed JWT access tokens with an expiration.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Read and validate Bearer tokens in protected endpoints.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Load the authenticated user from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Enforce RENTER / OWNER / ADMIN role rules.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an Alembic migration for the new password column.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Test 200/201, 401, 403, 404, 409 and 422 behaviors.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Authentication vs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Authentication answers: Who are you?</a:t>
            </a:r>
          </a:p>
          <a:p>
            <a:pPr lvl="1"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Example: email + password are verified, then the server issues an access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Authorization answers: What are you allowed to do?</a:t>
            </a:r>
          </a:p>
          <a:p>
            <a:pPr lvl="1"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Example: an authenticated RENTER may read their profile, while OWNER/ADMIN permissions can unlock protected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carries signed claims; it is not a substitute for password hashing or database authorization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/auth/register → validate request → hash password → PostgreSQL users table.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/auth/login → find user → verify password → create signed JWT.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Protected request → Authorization: Bearer &lt;token&gt; → decode/validate JWT → load User from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RBAC dependency → inspect authenticated user's role → allow request or return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 remains responsible for schema changes; main.py does not call create_all().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Project 4 File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app/schemas.py — registration/login/token schemas; keep UserResponse free of password fields.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app/models.py — add password_hash column to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app/security.py — password hashing/verification and JWT creation/decoding.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app/dependencies.py — get_current_user and role-check dependencies.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app/routers/auth.py — register/login/me endpoints.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app/main.py — include auth router; keep existing users router and health routes.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alembic/versions/... — migration that adds password_hash.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.env.example — JWT_SECRET_KEY, JWT_ALGORITHM, ACCESS_TOKEN_EXPIRE_MINUTES placeholders.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Security Rules for This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store or log plaintext passwords.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return password_hash in API responses.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Keep the real JWT secret in .env; commit only .env.example.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a strong password hashing algorithm through a maintained library.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short-lived access tokens for the learning implementation.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Validate JWT signature and expiration on every protected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401 for missing/invalid authentication and 403 for authenticated users lacking permission.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Environment Variables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72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222222"/>
                </a:solidFill>
                <a:latin typeface="Consolas"/>
              </a:defRPr>
            </a:pPr>
            <a:r>
              <a:t># .env.example</a:t>
            </a:r>
            <a:br/>
            <a:r>
              <a:t>DATABASE_URL=postgresql+psycopg://car_app:local_dev_only@127.0.0.1:5433/car_rental</a:t>
            </a:r>
            <a:br/>
            <a:br/>
            <a:r>
              <a:t>JWT_SECRET_KEY=replace_with_a_long_random_local_dev_secret</a:t>
            </a:r>
            <a:br/>
            <a:r>
              <a:t>JWT_ALGORITHM=HS256</a:t>
            </a:r>
            <a:br/>
            <a:r>
              <a:t>ACCESS_TOKEN_EXPIRE_MINUTES=30</a:t>
            </a:r>
            <a:br/>
            <a:br/>
            <a:r>
              <a:t># .env contains the real local values and remains Git-ignored.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Do not commit the real .env or a real production secret.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Database Change: password_hash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Add password_hash to the SQLAlchemy User model.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Generate an Alembic migration rather than creating the column manually.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Review the migration before applying it.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For an existing table, consider existing rows before making a new column NOT NULL.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Verify with alembic current and PostgreSQL \d users after upgrade.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Password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Registration receives a plaintext password only in the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Pydantic validates password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security.py hashes the password.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Only password_hash is written to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Login receives plaintext password and compares it to the stored hash.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 successful comparison can issue a JWT; a failed comparison returns 401.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JWT Access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header identifies the signing algorithm.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Payload contains claims such as sub (subject/user ID) and exp (expiration).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Signature lets the API detect token tampering.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The client sends the token as: Authorization: Bearer &lt;token&gt;.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Do not put passwords or sensitive secrets inside JWT payload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JWT Creation - Concept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72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222222"/>
                </a:solidFill>
                <a:latin typeface="Consolas"/>
              </a:defRPr>
            </a:pPr>
            <a:r>
              <a:t>def create_access_token(subject: str) -&gt; str:</a:t>
            </a:r>
            <a:br/>
            <a:r>
              <a:t>    expires = datetime.now(timezone.utc) + timedelta(</a:t>
            </a:r>
            <a:br/>
            <a:r>
              <a:t>        minutes=ACCESS_TOKEN_EXPIRE_MINUTES</a:t>
            </a:r>
            <a:br/>
            <a:r>
              <a:t>    )</a:t>
            </a:r>
            <a:br/>
            <a:br/>
            <a:r>
              <a:t>    payload = {</a:t>
            </a:r>
            <a:br/>
            <a:r>
              <a:t>        "sub": subject,</a:t>
            </a:r>
            <a:br/>
            <a:r>
              <a:t>        "exp": expires,</a:t>
            </a:r>
            <a:br/>
            <a:r>
              <a:t>    }</a:t>
            </a:r>
            <a:br/>
            <a:br/>
            <a:r>
              <a:t>    return jwt.encode(</a:t>
            </a:r>
            <a:br/>
            <a:r>
              <a:t>        payload,</a:t>
            </a:r>
            <a:br/>
            <a:r>
              <a:t>        JWT_SECRET_KEY,</a:t>
            </a:r>
            <a:br/>
            <a:r>
              <a:t>        algorithm=JWT_ALGORITHM,</a:t>
            </a:r>
            <a:br/>
            <a:r>
              <a:t>   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Exact imports/library API should match the package version installed in the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Authentication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OAuth2PasswordBearer extracts the Bearer token from the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Decode the JWT using the configured secret and algorithm.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Read the subject claim and reject malformed/expired tokens.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Load the user from PostgreSQL using the subject/user ID.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Return the User ORM object to protected route handlers.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Centralizing this logic avoids duplicating token validation in every endpoint.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RBAC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Authentication must happen before role authorization.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 reusable role dependency can accept one or more allowed roles.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Authenticated but unauthorized → 403 Forbidden.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Missing, invalid or expired token → 401 Unauthorized.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Start simple: OWNER and ADMIN can be allowed for owner-only operations; ADMIN can be reserved for later administrative routes.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Recommended Project 4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/auth/register — create a user with a hashed password.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/auth/login — verify credentials and return an access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/auth/me — return the currently authenticated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/auth/owner-test — learning-only protected endpoint for OWNER/ADMIN.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/health and GET /health/db — retain Project 1/3 health checks.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Existing /users CRUD can be progressively protected after authentication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HTTP Behavior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201 — registration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200 — login succeeds and protected route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401 — bad password, missing token, invalid token, expired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403 — valid authenticated user does not have the required role.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409 — duplicate email.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422 — invalid email, invalid role, or schema validation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Test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1. Confirm PostgreSQL healthy and Alembic at head.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2. Register a RENTER and verify no password appears in the response.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3. Inspect PostgreSQL and verify password_hash exists but plaintext password does not.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4. Login and capture the access_token.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5. Call /auth/me with Bearer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6. Call protected route without token →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7. Call OWNER-only route with RENTER token →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8. Create/use OWNER account → OWNER-only route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9. Test wrong password, duplicate email, invalid token and expiration.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10. Restart API and confirm authentication still works with persisted user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Break/Fix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Wrong JWT secret → existing token validation fails.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Expired token → protected endpoint returns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Remove Bearer prefix → authentication fails.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Store plaintext password intentionally in a disposable branch, identify why it is unsafe, then restore correct hashing.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Forget db.rollback() after IntegrityError → observe session failure behavior.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Change role to RENTER and test an OWNER-only endpoint → expect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Generate a migration but do not upgrade → compare Alembic head vs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Project 4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Password hashes stored; plaintext passwords never stored or returned.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Registration and login endpoints work.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contains subject and expiration and is validated on protected routes.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/auth/me returns the authenticated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Missing/invalid/expired credentials return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Role mismatch returns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 current equals head.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Existing Project 1–3 health and persistence tests still pass.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.env remains ignored and .env.example documents required variables.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Code, migration, notes, lab and slides committed to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Interview / STAR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Situation: The User Service had durable PostgreSQL persistence but no identity or access controls.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Task: Add secure authentication and role-based authorization without exposing passwords or bypassing migration discipline.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Action: Added password hashing, JWT issuance/validation, FastAPI authentication dependencies, RBAC checks, schema changes through Alembic, and positive/negative security tests.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Result: The service could identify callers, protect endpoints, distinguish 401 from 403, and provide a reusable security foundation for later Vehicle and Booking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5 — Vehicle Service.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vehicle records owned by authenticated users.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OWNER/ADMIN authorization for vehicle creation and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Introduce service boundaries while reusing authentication concepts.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Later projects add images/S3, bookings, service communication, Redis, SQS, frontend, containers, AWS, CI/CD and Kubernetes.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