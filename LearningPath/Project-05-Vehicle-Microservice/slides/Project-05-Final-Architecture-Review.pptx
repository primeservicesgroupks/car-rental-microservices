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Project 5 | Vehicle 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Final architecture, validation evidence, and Git checkpoint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Project 4 User Service → Project 5 Vehicle Service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Observed integration: vehicle 3, owner 267, 2012 Toyota Camry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System architecture | two service-owned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011680" cy="1005840"/>
          </a:xfrm>
          <a:prstGeom prst="roundRect">
            <a:avLst/>
          </a:prstGeom>
          <a:solidFill>
            <a:srgbClr val="526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190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Client / API 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960120"/>
            <a:ext cx="2834640" cy="1005840"/>
          </a:xfrm>
          <a:prstGeom prst="roundRect">
            <a:avLst/>
          </a:prstGeom>
          <a:solidFill>
            <a:srgbClr val="00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2152" y="12161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User Service :8001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154680"/>
            <a:ext cx="2834640" cy="1005840"/>
          </a:xfrm>
          <a:prstGeom prst="roundRect">
            <a:avLst/>
          </a:prstGeom>
          <a:solidFill>
            <a:srgbClr val="00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34107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Vehicle Service :8002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960120"/>
            <a:ext cx="3108960" cy="1005840"/>
          </a:xfrm>
          <a:prstGeom prst="round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1216152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User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154680"/>
            <a:ext cx="3108960" cy="1005840"/>
          </a:xfrm>
          <a:prstGeom prst="round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3410712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Vehicle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239"/>
                </a:solidFill>
              </a:defRPr>
            </a:pPr>
            <a:r>
              <a:t>Login → signed JWT (sub, role, iat, exp) → Vehicle Service verifies token → RBAC → vehicle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JWT trust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User Service verifies Argon2 password hash and signs JWT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Vehicle Service validates signature, expiration, subject, and role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Vehicle Service never queries User PostgreSQL directly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Missing role previously caused 401; role is now included in issued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Anonymous: public available vehicle listings only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RENTER: cannot create or modify vehicles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OWNER: create and modify own vehicle records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ADMIN: elevated modification rights, subject to route policy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Use verified JWT identity—not client-submitted owner_id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Persistence and migration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Vehicle PostgreSQL stores vehicle details, rates, availability, owner_id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SQLAlchemy handles application queries and writes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Alembic manages schema revisions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Verify vehicle 3 with SQL and after API restart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Never use docker compose down -v during persistence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Evidence: what is verified?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Observed: API returned vehicle 3, owner 267, Toyota Camry 2012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Observed: signed JWT creation/decode contains role OWNER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Pending confirmation: direct SQL persistence query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Pending confirmation: public list and /vehicles/mine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Pending confirmation: final 14 pytest results and Git SHA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Automated tests | 14-test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Authentication: 4 tests (missing, invalid, expired, invalid-role token)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Authorization: 5 tests (RENTER / OWNER / ADMIN rules)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Vehicle API: 5 tests (list, create, update, validation, mine)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Run python -m pytest -v --tb=short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Report actual outcome; target is 14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Operational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Start both Compose databases and both FastAPI servers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GET /health and /health/db return 200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SQL SELECT confirms vehicle 3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Public list and authenticated owner list behave correctly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No secrets, .env files, virtualenv, or volumes staged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Git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Review git status, git diff --check, and staged file names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Stage Project 5 service, JWT integration changes, and LearningPath docs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Confirm .env is ignored; scan staged changes for credentials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Commit: Complete Project 5 vehicle service and cross-service JWT integration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Push origin main; capture commit SHA and clean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Architecture decisions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Independent databases support bounded contexts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Local HS256 shared secret simplifies learning, not ideal production trust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JWT role may become stale after role change; plan revocation/short expiry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Service-level tests and live integration tests serve different 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239"/>
                </a:solidFill>
              </a:defRPr>
            </a:pPr>
            <a:r>
              <a:t>Project 6 | S3 vehicle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Use private S3 bucket and least-privilege IAM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Validate file type, size, and ownership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Prefer presigned upload workflow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Persist object keys and image metadata in Vehicle PostgreSQL</a:t>
            </a:r>
          </a:p>
          <a:p>
            <a:pPr>
              <a:spcAft>
                <a:spcPts val="1000"/>
              </a:spcAft>
              <a:defRPr sz="2100" b="0">
                <a:solidFill>
                  <a:srgbClr val="526174"/>
                </a:solidFill>
              </a:defRPr>
            </a:pPr>
            <a:r>
              <a:t>• Plan cleanup and lifecycle rules to control lab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00978E"/>
                </a:solidFill>
              </a:defRPr>
            </a:pPr>
            <a:r>
              <a:t>PROJECT 05  |  VEHICLE MICROSERVICE  |  ARCHITECTURE &amp; HANDOFF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