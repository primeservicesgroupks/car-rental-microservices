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Project 2</a:t>
            </a:r>
          </a:p>
          <a:p>
            <a:pPr>
              <a:defRPr sz="3000">
                <a:solidFill>
                  <a:srgbClr val="FFFFFF"/>
                </a:solidFill>
              </a:defRPr>
            </a:pPr>
            <a:r>
              <a:t>Build the User Microservice with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38328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3D7F0"/>
                </a:solidFill>
              </a:defRPr>
            </a:pPr>
            <a:r>
              <a:t>Car Rental Microservices Learning Series</a:t>
            </a:r>
          </a:p>
          <a:p>
            <a:pPr>
              <a:defRPr sz="1600">
                <a:solidFill>
                  <a:srgbClr val="C3D7F0"/>
                </a:solidFill>
              </a:defRPr>
            </a:pPr>
            <a:r>
              <a:t>REST APIs • Pydantic • Routers • Validation • HTTP Status Codes •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Project 2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Build the first real business microservice: User Service.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Learn how FastAPI applications are separated into routers, schemas and application startup code.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Create REST endpoints for registering, listing, retrieving and updating users.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Use Pydantic to validate incoming API data.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Use an in-memory data store so we can focus on API design before adding PostgreSQL in Project 3.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Test every endpoint through Swagger and curl, then create a Git checkpoint.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Where Project 2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8B2"/>
                </a:solidFill>
              </a:defRPr>
            </a:pPr>
            <a:r>
              <a:t>We are still working locally, so this project should have essentially no cloud cost.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74519"/>
            <a:ext cx="2737104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Frontend</a:t>
            </a:r>
            <a:br/>
            <a:r>
              <a:t>(future)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84192" y="2185415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12208" y="1874519"/>
            <a:ext cx="2737104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User Service</a:t>
            </a:r>
            <a:br/>
            <a:r>
              <a:t>Project 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67600" y="2185415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95616" y="1874519"/>
            <a:ext cx="2737104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In-Memory</a:t>
            </a:r>
            <a:br/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Project 2 builds only the User Service.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Project 3 replaces temporary in-memory storage with PostgreSQL + SQLAlchemy + Alembic.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Authentication/password hashing comes later so each concept is learned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the User Service Owns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User registration and profile information.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User identity fields such as name, email and phone.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Business role: RENTER, OWNER or ADMIN.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User lookup and profile updates.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Later: password hashes, authentication integration and account status.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It should NOT own vehicles, bookings or payments—those belong to other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REST API We Will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89920" cy="429768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FFFFFF"/>
                </a:solidFill>
                <a:latin typeface="Consolas"/>
              </a:defRPr>
            </a:pPr>
            <a:r>
              <a:t>METHOD   ENDPOINT          PURPOSE</a:t>
            </a:r>
            <a:br/>
            <a:r>
              <a:t>------   ----------------  ----------------------------------------</a:t>
            </a:r>
            <a:br/>
            <a:r>
              <a:t>GET      /health           Verify the service is running</a:t>
            </a:r>
            <a:br/>
            <a:r>
              <a:t>POST     /users            Create a user</a:t>
            </a:r>
            <a:br/>
            <a:r>
              <a:t>GET      /users            List users</a:t>
            </a:r>
            <a:br/>
            <a:r>
              <a:t>GET      /users/{user_id}  Retrieve one user</a:t>
            </a:r>
            <a:br/>
            <a:r>
              <a:t>PUT      /users/{user_id}  Update one user</a:t>
            </a:r>
            <a:br/>
            <a:br/>
            <a:r>
              <a:t>Examples:</a:t>
            </a:r>
            <a:br/>
            <a:br/>
            <a:r>
              <a:t>POST /users</a:t>
            </a:r>
            <a:br/>
            <a:r>
              <a:t>GET  /users/1</a:t>
            </a:r>
            <a:br/>
            <a:r>
              <a:t>PUT  /users/1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 — Start from the Project 1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89920" cy="338328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FFFFFF"/>
                </a:solidFill>
                <a:latin typeface="Consolas"/>
              </a:defRPr>
            </a:pPr>
            <a:r>
              <a:rPr dirty="0"/>
              <a:t>cd C:\Users\biome\Documents\Learning\car-rental-platform</a:t>
            </a:r>
            <a:br>
              <a:rPr dirty="0"/>
            </a:br>
            <a:br>
              <a:rPr dirty="0"/>
            </a:br>
            <a:r>
              <a:rPr dirty="0"/>
              <a:t># Confirm we are in the correct Git repository.</a:t>
            </a:r>
            <a:br>
              <a:rPr dirty="0"/>
            </a:br>
            <a:r>
              <a:rPr dirty="0"/>
              <a:t>git status</a:t>
            </a:r>
            <a:br>
              <a:rPr dirty="0"/>
            </a:br>
            <a:br>
              <a:rPr dirty="0"/>
            </a:br>
            <a:r>
              <a:rPr dirty="0"/>
              <a:t># Confirm the Project 1 commit exists.</a:t>
            </a:r>
            <a:br>
              <a:rPr dirty="0"/>
            </a:br>
            <a:r>
              <a:rPr dirty="0"/>
              <a:t>git log --</a:t>
            </a:r>
            <a:r>
              <a:rPr dirty="0" err="1"/>
              <a:t>oneline</a:t>
            </a:r>
            <a:r>
              <a:rPr dirty="0"/>
              <a:t> -5</a:t>
            </a:r>
            <a:br>
              <a:rPr dirty="0"/>
            </a:br>
            <a:br>
              <a:rPr dirty="0"/>
            </a:br>
            <a:r>
              <a:rPr dirty="0"/>
              <a:t># Open the repository in VS Code.</a:t>
            </a:r>
            <a:br>
              <a:rPr dirty="0"/>
            </a:br>
            <a:r>
              <a:rPr dirty="0"/>
              <a:t>code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Do not create a separate repository. Project 2 extends the same car-rental-platform repository.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2 — Create the User Service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3891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FFFFFF"/>
                </a:solidFill>
                <a:latin typeface="Consolas"/>
              </a:defRPr>
            </a:pPr>
            <a:r>
              <a:t>services/</a:t>
            </a:r>
            <a:br/>
            <a:r>
              <a:t>└── user-service/</a:t>
            </a:r>
            <a:br/>
            <a:r>
              <a:t>    ├── app/</a:t>
            </a:r>
            <a:br/>
            <a:r>
              <a:t>    │   ├── __init__.py</a:t>
            </a:r>
            <a:br/>
            <a:r>
              <a:t>    │   ├── main.py</a:t>
            </a:r>
            <a:br/>
            <a:r>
              <a:t>    │   ├── schemas.py</a:t>
            </a:r>
            <a:br/>
            <a:r>
              <a:t>    │   ├── store.py</a:t>
            </a:r>
            <a:br/>
            <a:r>
              <a:t>    │   └── routers/</a:t>
            </a:r>
            <a:br/>
            <a:r>
              <a:t>    │       ├── __init__.py</a:t>
            </a:r>
            <a:br/>
            <a:r>
              <a:t>    │       └── users.py</a:t>
            </a:r>
            <a:br/>
            <a:r>
              <a:t>    ├── .venv/</a:t>
            </a:r>
            <a:br/>
            <a:r>
              <a:t>    └── requirements.txt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Separating files now prevents main.py from becoming a giant application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3 — Create and Activate the Virtual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89920" cy="48463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cd services\user-service</a:t>
            </a:r>
            <a:br>
              <a:rPr dirty="0"/>
            </a:br>
            <a:br>
              <a:rPr dirty="0"/>
            </a:br>
            <a:r>
              <a:rPr dirty="0"/>
              <a:t># Each microservice can manage its own Python dependencies.</a:t>
            </a:r>
            <a:br>
              <a:rPr dirty="0"/>
            </a:br>
            <a:r>
              <a:rPr dirty="0"/>
              <a:t>python -m </a:t>
            </a:r>
            <a:r>
              <a:rPr dirty="0" err="1"/>
              <a:t>venv</a:t>
            </a:r>
            <a:r>
              <a:rPr dirty="0"/>
              <a:t> .</a:t>
            </a:r>
            <a:r>
              <a:rPr dirty="0" err="1"/>
              <a:t>venv</a:t>
            </a:r>
            <a:br>
              <a:rPr dirty="0"/>
            </a:br>
            <a:br>
              <a:rPr dirty="0"/>
            </a:br>
            <a:r>
              <a:rPr dirty="0"/>
              <a:t># Activate the environment in PowerShell.</a:t>
            </a:r>
            <a:br>
              <a:rPr dirty="0"/>
            </a:br>
            <a:r>
              <a:rPr dirty="0"/>
              <a:t>.\.</a:t>
            </a:r>
            <a:r>
              <a:rPr dirty="0" err="1"/>
              <a:t>venv</a:t>
            </a:r>
            <a:r>
              <a:rPr dirty="0"/>
              <a:t>\Scripts\Activate.ps1</a:t>
            </a:r>
            <a:endParaRPr lang="en-US" dirty="0"/>
          </a:p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endParaRPr lang="en-US" dirty="0"/>
          </a:p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rPr lang="en-US" dirty="0"/>
              <a:t>source .</a:t>
            </a:r>
            <a:r>
              <a:rPr lang="en-US" dirty="0" err="1"/>
              <a:t>venv</a:t>
            </a:r>
            <a:r>
              <a:rPr lang="en-US" dirty="0"/>
              <a:t>/Scripts/activate</a:t>
            </a:r>
            <a:br>
              <a:rPr dirty="0"/>
            </a:br>
            <a:br>
              <a:rPr dirty="0"/>
            </a:br>
            <a:r>
              <a:rPr dirty="0"/>
              <a:t># Upgrade pip.</a:t>
            </a:r>
            <a:br>
              <a:rPr dirty="0"/>
            </a:br>
            <a:r>
              <a:rPr dirty="0"/>
              <a:t>python -m pip install --upgrade pip</a:t>
            </a:r>
            <a:br>
              <a:rPr dirty="0"/>
            </a:br>
            <a:br>
              <a:rPr dirty="0"/>
            </a:br>
            <a:r>
              <a:rPr dirty="0"/>
              <a:t># Install </a:t>
            </a:r>
            <a:r>
              <a:rPr dirty="0" err="1"/>
              <a:t>FastAPI</a:t>
            </a:r>
            <a:r>
              <a:rPr dirty="0"/>
              <a:t> and the </a:t>
            </a:r>
            <a:r>
              <a:rPr dirty="0" err="1"/>
              <a:t>Uvicorn</a:t>
            </a:r>
            <a:r>
              <a:rPr dirty="0"/>
              <a:t> development server.</a:t>
            </a:r>
            <a:br>
              <a:rPr dirty="0"/>
            </a:br>
            <a:r>
              <a:rPr dirty="0"/>
              <a:t>pip install </a:t>
            </a:r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uvicorn</a:t>
            </a:r>
            <a:r>
              <a:rPr lang="en-US" dirty="0"/>
              <a:t> </a:t>
            </a:r>
            <a:r>
              <a:rPr lang="en-US" sz="1600" dirty="0">
                <a:solidFill>
                  <a:srgbClr val="FFFFFF"/>
                </a:solidFill>
                <a:latin typeface="Consolas"/>
              </a:rPr>
              <a:t>email-validator</a:t>
            </a:r>
            <a:br>
              <a:rPr dirty="0"/>
            </a:br>
            <a:br>
              <a:rPr dirty="0"/>
            </a:br>
            <a:r>
              <a:rPr dirty="0"/>
              <a:t># Confirm installation.</a:t>
            </a:r>
            <a:br>
              <a:rPr dirty="0"/>
            </a:br>
            <a:r>
              <a:rPr dirty="0"/>
              <a:t>pip list</a:t>
            </a:r>
            <a:endParaRPr lang="en-US" dirty="0"/>
          </a:p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rPr lang="en-US" dirty="0"/>
              <a:t>pip freeze &gt; requirements.txt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4 — Create Pydantic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8B2"/>
                </a:solidFill>
              </a:defRPr>
            </a:pPr>
            <a:r>
              <a:t>schemas.py defines the shape and validation rules for API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10789920" cy="50749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schemas.py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Defines the data contracts for the User Service.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 err="1">
                <a:highlight>
                  <a:srgbClr val="0000FF"/>
                </a:highlight>
              </a:rPr>
              <a:t>Pydantic</a:t>
            </a:r>
            <a:r>
              <a:rPr lang="en-US" dirty="0">
                <a:highlight>
                  <a:srgbClr val="0000FF"/>
                </a:highlight>
              </a:rPr>
              <a:t> models validate incoming API data and define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the structure of data returned by the API.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from </a:t>
            </a:r>
            <a:r>
              <a:rPr lang="en-US" dirty="0" err="1">
                <a:highlight>
                  <a:srgbClr val="0000FF"/>
                </a:highlight>
              </a:rPr>
              <a:t>enum</a:t>
            </a:r>
            <a:r>
              <a:rPr lang="en-US" dirty="0">
                <a:highlight>
                  <a:srgbClr val="0000FF"/>
                </a:highlight>
              </a:rPr>
              <a:t> import Enum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from </a:t>
            </a:r>
            <a:r>
              <a:rPr lang="en-US" dirty="0" err="1">
                <a:highlight>
                  <a:srgbClr val="0000FF"/>
                </a:highlight>
              </a:rPr>
              <a:t>pydantic</a:t>
            </a:r>
            <a:r>
              <a:rPr lang="en-US" dirty="0">
                <a:highlight>
                  <a:srgbClr val="0000FF"/>
                </a:highlight>
              </a:rPr>
              <a:t> import </a:t>
            </a:r>
            <a:r>
              <a:rPr lang="en-US" dirty="0" err="1">
                <a:highlight>
                  <a:srgbClr val="0000FF"/>
                </a:highlight>
              </a:rPr>
              <a:t>BaseModel</a:t>
            </a:r>
            <a:r>
              <a:rPr lang="en-US" dirty="0">
                <a:highlight>
                  <a:srgbClr val="0000FF"/>
                </a:highlight>
              </a:rPr>
              <a:t>, </a:t>
            </a:r>
            <a:r>
              <a:rPr lang="en-US" dirty="0" err="1">
                <a:highlight>
                  <a:srgbClr val="0000FF"/>
                </a:highlight>
              </a:rPr>
              <a:t>EmailStr</a:t>
            </a:r>
            <a:r>
              <a:rPr lang="en-US" dirty="0">
                <a:highlight>
                  <a:srgbClr val="0000FF"/>
                </a:highlight>
              </a:rPr>
              <a:t>, Field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USER ROLES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class </a:t>
            </a:r>
            <a:r>
              <a:rPr lang="en-US" dirty="0" err="1">
                <a:highlight>
                  <a:srgbClr val="0000FF"/>
                </a:highlight>
              </a:rPr>
              <a:t>UserRole</a:t>
            </a:r>
            <a:r>
              <a:rPr lang="en-US" dirty="0">
                <a:highlight>
                  <a:srgbClr val="0000FF"/>
                </a:highlight>
              </a:rPr>
              <a:t>(str, Enum):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Restrict users to roles understood by our application.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Using an Enum prevents arbitrary role values from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being submitted to the API.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RENTER = "RENTER"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OWNER = "OWNER"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ADMIN = "ADMIN"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CREATE USER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class </a:t>
            </a:r>
            <a:r>
              <a:rPr lang="en-US" dirty="0" err="1">
                <a:highlight>
                  <a:srgbClr val="0000FF"/>
                </a:highlight>
              </a:rPr>
              <a:t>UserCreate</a:t>
            </a:r>
            <a:r>
              <a:rPr lang="en-US" dirty="0">
                <a:highlight>
                  <a:srgbClr val="0000FF"/>
                </a:highlight>
              </a:rPr>
              <a:t>(</a:t>
            </a:r>
            <a:r>
              <a:rPr lang="en-US" dirty="0" err="1">
                <a:highlight>
                  <a:srgbClr val="0000FF"/>
                </a:highlight>
              </a:rPr>
              <a:t>BaseModel</a:t>
            </a:r>
            <a:r>
              <a:rPr lang="en-US" dirty="0">
                <a:highlight>
                  <a:srgbClr val="0000FF"/>
                </a:highlight>
              </a:rPr>
              <a:t>):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Fields a client can send when creating a user.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# Require at least 1 character and prevent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# excessively long names.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</a:t>
            </a:r>
            <a:r>
              <a:rPr lang="en-US" dirty="0" err="1">
                <a:highlight>
                  <a:srgbClr val="0000FF"/>
                </a:highlight>
              </a:rPr>
              <a:t>first_name</a:t>
            </a:r>
            <a:r>
              <a:rPr lang="en-US" dirty="0">
                <a:highlight>
                  <a:srgbClr val="0000FF"/>
                </a:highlight>
              </a:rPr>
              <a:t>: str = Field(</a:t>
            </a:r>
            <a:r>
              <a:rPr lang="en-US" dirty="0" err="1">
                <a:highlight>
                  <a:srgbClr val="0000FF"/>
                </a:highlight>
              </a:rPr>
              <a:t>min_length</a:t>
            </a:r>
            <a:r>
              <a:rPr lang="en-US" dirty="0">
                <a:highlight>
                  <a:srgbClr val="0000FF"/>
                </a:highlight>
              </a:rPr>
              <a:t>=1, </a:t>
            </a:r>
            <a:r>
              <a:rPr lang="en-US" dirty="0" err="1">
                <a:highlight>
                  <a:srgbClr val="0000FF"/>
                </a:highlight>
              </a:rPr>
              <a:t>max_length</a:t>
            </a:r>
            <a:r>
              <a:rPr lang="en-US" dirty="0">
                <a:highlight>
                  <a:srgbClr val="0000FF"/>
                </a:highlight>
              </a:rPr>
              <a:t>=50)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</a:t>
            </a:r>
            <a:r>
              <a:rPr lang="en-US" dirty="0" err="1">
                <a:highlight>
                  <a:srgbClr val="0000FF"/>
                </a:highlight>
              </a:rPr>
              <a:t>last_name</a:t>
            </a:r>
            <a:r>
              <a:rPr lang="en-US" dirty="0">
                <a:highlight>
                  <a:srgbClr val="0000FF"/>
                </a:highlight>
              </a:rPr>
              <a:t>: str = Field(</a:t>
            </a:r>
            <a:r>
              <a:rPr lang="en-US" dirty="0" err="1">
                <a:highlight>
                  <a:srgbClr val="0000FF"/>
                </a:highlight>
              </a:rPr>
              <a:t>min_length</a:t>
            </a:r>
            <a:r>
              <a:rPr lang="en-US" dirty="0">
                <a:highlight>
                  <a:srgbClr val="0000FF"/>
                </a:highlight>
              </a:rPr>
              <a:t>=1, </a:t>
            </a:r>
            <a:r>
              <a:rPr lang="en-US" dirty="0" err="1">
                <a:highlight>
                  <a:srgbClr val="0000FF"/>
                </a:highlight>
              </a:rPr>
              <a:t>max_length</a:t>
            </a:r>
            <a:r>
              <a:rPr lang="en-US" dirty="0">
                <a:highlight>
                  <a:srgbClr val="0000FF"/>
                </a:highlight>
              </a:rPr>
              <a:t>=50)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# </a:t>
            </a:r>
            <a:r>
              <a:rPr lang="en-US" dirty="0" err="1">
                <a:highlight>
                  <a:srgbClr val="0000FF"/>
                </a:highlight>
              </a:rPr>
              <a:t>EmailStr</a:t>
            </a:r>
            <a:r>
              <a:rPr lang="en-US" dirty="0">
                <a:highlight>
                  <a:srgbClr val="0000FF"/>
                </a:highlight>
              </a:rPr>
              <a:t> performs email-format validation.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email: </a:t>
            </a:r>
            <a:r>
              <a:rPr lang="en-US" dirty="0" err="1">
                <a:highlight>
                  <a:srgbClr val="0000FF"/>
                </a:highlight>
              </a:rPr>
              <a:t>EmailStr</a:t>
            </a: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# Phone number is optional for now.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phone: str | None = None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# Most people registering will be renters,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# so RENTER is the default role.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role: </a:t>
            </a:r>
            <a:r>
              <a:rPr lang="en-US" dirty="0" err="1">
                <a:highlight>
                  <a:srgbClr val="0000FF"/>
                </a:highlight>
              </a:rPr>
              <a:t>UserRole</a:t>
            </a:r>
            <a:r>
              <a:rPr lang="en-US" dirty="0">
                <a:highlight>
                  <a:srgbClr val="0000FF"/>
                </a:highlight>
              </a:rPr>
              <a:t> = </a:t>
            </a:r>
            <a:r>
              <a:rPr lang="en-US" dirty="0" err="1">
                <a:highlight>
                  <a:srgbClr val="0000FF"/>
                </a:highlight>
              </a:rPr>
              <a:t>UserRole.RENTER</a:t>
            </a: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USER RESPONSE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class </a:t>
            </a:r>
            <a:r>
              <a:rPr lang="en-US" dirty="0" err="1">
                <a:highlight>
                  <a:srgbClr val="0000FF"/>
                </a:highlight>
              </a:rPr>
              <a:t>UserResponse</a:t>
            </a:r>
            <a:r>
              <a:rPr lang="en-US" dirty="0">
                <a:highlight>
                  <a:srgbClr val="0000FF"/>
                </a:highlight>
              </a:rPr>
              <a:t>(</a:t>
            </a:r>
            <a:r>
              <a:rPr lang="en-US" dirty="0" err="1">
                <a:highlight>
                  <a:srgbClr val="0000FF"/>
                </a:highlight>
              </a:rPr>
              <a:t>UserCreate</a:t>
            </a:r>
            <a:r>
              <a:rPr lang="en-US" dirty="0">
                <a:highlight>
                  <a:srgbClr val="0000FF"/>
                </a:highlight>
              </a:rPr>
              <a:t>):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Defines what our API returns for a user.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</a:t>
            </a:r>
            <a:r>
              <a:rPr lang="en-US" dirty="0" err="1">
                <a:highlight>
                  <a:srgbClr val="0000FF"/>
                </a:highlight>
              </a:rPr>
              <a:t>UserResponse</a:t>
            </a:r>
            <a:r>
              <a:rPr lang="en-US" dirty="0">
                <a:highlight>
                  <a:srgbClr val="0000FF"/>
                </a:highlight>
              </a:rPr>
              <a:t> inherits all fields from </a:t>
            </a:r>
            <a:r>
              <a:rPr lang="en-US" dirty="0" err="1">
                <a:highlight>
                  <a:srgbClr val="0000FF"/>
                </a:highlight>
              </a:rPr>
              <a:t>UserCreate</a:t>
            </a:r>
            <a:r>
              <a:rPr lang="en-US" dirty="0">
                <a:highlight>
                  <a:srgbClr val="0000FF"/>
                </a:highlight>
              </a:rPr>
              <a:t>: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</a:t>
            </a:r>
            <a:r>
              <a:rPr lang="en-US" dirty="0" err="1">
                <a:highlight>
                  <a:srgbClr val="0000FF"/>
                </a:highlight>
              </a:rPr>
              <a:t>first_name</a:t>
            </a: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</a:t>
            </a:r>
            <a:r>
              <a:rPr lang="en-US" dirty="0" err="1">
                <a:highlight>
                  <a:srgbClr val="0000FF"/>
                </a:highlight>
              </a:rPr>
              <a:t>last_name</a:t>
            </a: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email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phone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role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and adds the system-generated user ID.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id: int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UPDATE USER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# ---------------------------------------------------------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class </a:t>
            </a:r>
            <a:r>
              <a:rPr lang="en-US" dirty="0" err="1">
                <a:highlight>
                  <a:srgbClr val="0000FF"/>
                </a:highlight>
              </a:rPr>
              <a:t>UserUpdate</a:t>
            </a:r>
            <a:r>
              <a:rPr lang="en-US" dirty="0">
                <a:highlight>
                  <a:srgbClr val="0000FF"/>
                </a:highlight>
              </a:rPr>
              <a:t>(</a:t>
            </a:r>
            <a:r>
              <a:rPr lang="en-US" dirty="0" err="1">
                <a:highlight>
                  <a:srgbClr val="0000FF"/>
                </a:highlight>
              </a:rPr>
              <a:t>BaseModel</a:t>
            </a:r>
            <a:r>
              <a:rPr lang="en-US" dirty="0">
                <a:highlight>
                  <a:srgbClr val="0000FF"/>
                </a:highlight>
              </a:rPr>
              <a:t>):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Fields that can be changed for an existing user.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All fields are optional because a client may want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to update only one piece of information.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"""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</a:t>
            </a:r>
            <a:r>
              <a:rPr lang="en-US" dirty="0" err="1">
                <a:highlight>
                  <a:srgbClr val="0000FF"/>
                </a:highlight>
              </a:rPr>
              <a:t>first_name</a:t>
            </a:r>
            <a:r>
              <a:rPr lang="en-US" dirty="0">
                <a:highlight>
                  <a:srgbClr val="0000FF"/>
                </a:highlight>
              </a:rPr>
              <a:t>: str | None = Field(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default=None,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</a:t>
            </a:r>
            <a:r>
              <a:rPr lang="en-US" dirty="0" err="1">
                <a:highlight>
                  <a:srgbClr val="0000FF"/>
                </a:highlight>
              </a:rPr>
              <a:t>min_length</a:t>
            </a:r>
            <a:r>
              <a:rPr lang="en-US" dirty="0">
                <a:highlight>
                  <a:srgbClr val="0000FF"/>
                </a:highlight>
              </a:rPr>
              <a:t>=1,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</a:t>
            </a:r>
            <a:r>
              <a:rPr lang="en-US" dirty="0" err="1">
                <a:highlight>
                  <a:srgbClr val="0000FF"/>
                </a:highlight>
              </a:rPr>
              <a:t>max_length</a:t>
            </a:r>
            <a:r>
              <a:rPr lang="en-US" dirty="0">
                <a:highlight>
                  <a:srgbClr val="0000FF"/>
                </a:highlight>
              </a:rPr>
              <a:t>=50,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)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</a:t>
            </a:r>
            <a:r>
              <a:rPr lang="en-US" dirty="0" err="1">
                <a:highlight>
                  <a:srgbClr val="0000FF"/>
                </a:highlight>
              </a:rPr>
              <a:t>last_name</a:t>
            </a:r>
            <a:r>
              <a:rPr lang="en-US" dirty="0">
                <a:highlight>
                  <a:srgbClr val="0000FF"/>
                </a:highlight>
              </a:rPr>
              <a:t>: str | None = Field(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default=None,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</a:t>
            </a:r>
            <a:r>
              <a:rPr lang="en-US" dirty="0" err="1">
                <a:highlight>
                  <a:srgbClr val="0000FF"/>
                </a:highlight>
              </a:rPr>
              <a:t>min_length</a:t>
            </a:r>
            <a:r>
              <a:rPr lang="en-US" dirty="0">
                <a:highlight>
                  <a:srgbClr val="0000FF"/>
                </a:highlight>
              </a:rPr>
              <a:t>=1,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    </a:t>
            </a:r>
            <a:r>
              <a:rPr lang="en-US" dirty="0" err="1">
                <a:highlight>
                  <a:srgbClr val="0000FF"/>
                </a:highlight>
              </a:rPr>
              <a:t>max_length</a:t>
            </a:r>
            <a:r>
              <a:rPr lang="en-US" dirty="0">
                <a:highlight>
                  <a:srgbClr val="0000FF"/>
                </a:highlight>
              </a:rPr>
              <a:t>=50,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)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email: </a:t>
            </a:r>
            <a:r>
              <a:rPr lang="en-US" dirty="0" err="1">
                <a:highlight>
                  <a:srgbClr val="0000FF"/>
                </a:highlight>
              </a:rPr>
              <a:t>EmailStr</a:t>
            </a:r>
            <a:r>
              <a:rPr lang="en-US" dirty="0">
                <a:highlight>
                  <a:srgbClr val="0000FF"/>
                </a:highlight>
              </a:rPr>
              <a:t> | None = None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phone: str | None = None</a:t>
            </a: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endParaRPr lang="en-US" dirty="0">
              <a:highlight>
                <a:srgbClr val="0000FF"/>
              </a:highlight>
            </a:endParaRPr>
          </a:p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lang="en-US" dirty="0">
                <a:highlight>
                  <a:srgbClr val="0000FF"/>
                </a:highlight>
              </a:rPr>
              <a:t>    role: </a:t>
            </a:r>
            <a:r>
              <a:rPr lang="en-US" dirty="0" err="1">
                <a:highlight>
                  <a:srgbClr val="0000FF"/>
                </a:highlight>
              </a:rPr>
              <a:t>UserRole</a:t>
            </a:r>
            <a:r>
              <a:rPr lang="en-US" dirty="0">
                <a:highlight>
                  <a:srgbClr val="0000FF"/>
                </a:highlight>
              </a:rPr>
              <a:t> | None = None</a:t>
            </a:r>
            <a:endParaRPr dirty="0">
              <a:highlight>
                <a:srgbClr val="0000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Why Separate Request and Response Models?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240487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Client JSON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29000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57016" y="1828800"/>
            <a:ext cx="240487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UserCreate</a:t>
            </a:r>
            <a:br/>
            <a:r>
              <a:t>Validation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0175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08192" y="1828800"/>
            <a:ext cx="240487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Business Logic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31351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59367" y="1828800"/>
            <a:ext cx="240487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UserResponse</a:t>
            </a:r>
            <a:br/>
            <a: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UserCreate describes what the client is allowed/required to send.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UserResponse describes what the API sends back.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Later this prevents sensitive fields such as password_hash from accidentally appearing in responses.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Pydantic automatically rejects invalid data before our business logic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5 — Install Email Validation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89920" cy="21031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>
                <a:solidFill>
                  <a:srgbClr val="FFFFF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EmailStr</a:t>
            </a:r>
            <a:r>
              <a:rPr dirty="0"/>
              <a:t> uses an additional validation package.</a:t>
            </a:r>
            <a:br>
              <a:rPr dirty="0"/>
            </a:br>
            <a:r>
              <a:rPr dirty="0"/>
              <a:t>pip install email-validator</a:t>
            </a:r>
            <a:br>
              <a:rPr dirty="0"/>
            </a:br>
            <a:br>
              <a:rPr dirty="0"/>
            </a:br>
            <a:r>
              <a:rPr dirty="0"/>
              <a:t># Re-create requirements.txt after adding dependencies.</a:t>
            </a:r>
            <a:br>
              <a:rPr dirty="0"/>
            </a:br>
            <a:r>
              <a:rPr dirty="0"/>
              <a:t>pip freeze &gt; requirements.txt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If email-validator is missing, FastAPI/Pydantic can fail when loading EmailStr.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requirements.txt records the dependencies needed to recreate this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6 — Temporary In-Memory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8B2"/>
                </a:solidFill>
              </a:defRPr>
            </a:pPr>
            <a:r>
              <a:t>store.py replaces a database only for this learning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89920" cy="384048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# This dictionary temporarily acts like our database.</a:t>
            </a:r>
            <a:br>
              <a:rPr dirty="0"/>
            </a:br>
            <a:r>
              <a:rPr dirty="0"/>
              <a:t>#</a:t>
            </a:r>
            <a:br>
              <a:rPr dirty="0"/>
            </a:br>
            <a:r>
              <a:rPr dirty="0"/>
              <a:t># Key   = integer user ID</a:t>
            </a:r>
            <a:br>
              <a:rPr dirty="0"/>
            </a:br>
            <a:r>
              <a:rPr dirty="0"/>
              <a:t># Value = user data</a:t>
            </a:r>
            <a:br>
              <a:rPr dirty="0"/>
            </a:br>
            <a:r>
              <a:rPr dirty="0"/>
              <a:t>#</a:t>
            </a:r>
            <a:br>
              <a:rPr dirty="0"/>
            </a:br>
            <a:r>
              <a:rPr dirty="0"/>
              <a:t># IMPORTANT:</a:t>
            </a:r>
            <a:br>
              <a:rPr dirty="0"/>
            </a:br>
            <a:r>
              <a:rPr dirty="0"/>
              <a:t># Data disappears whenever the application restarts.</a:t>
            </a:r>
            <a:br>
              <a:rPr dirty="0"/>
            </a:br>
            <a:r>
              <a:rPr dirty="0"/>
              <a:t># Project 3 will replace this with PostgreSQL.</a:t>
            </a:r>
            <a:br>
              <a:rPr dirty="0"/>
            </a:br>
            <a:r>
              <a:rPr dirty="0" err="1"/>
              <a:t>users_db</a:t>
            </a:r>
            <a:r>
              <a:rPr dirty="0"/>
              <a:t>: </a:t>
            </a:r>
            <a:r>
              <a:rPr dirty="0" err="1"/>
              <a:t>dict</a:t>
            </a:r>
            <a:r>
              <a:rPr dirty="0"/>
              <a:t>[int, </a:t>
            </a:r>
            <a:r>
              <a:rPr dirty="0" err="1"/>
              <a:t>dict</a:t>
            </a:r>
            <a:r>
              <a:rPr dirty="0"/>
              <a:t>] = {}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# Keep track of the next ID to assign.</a:t>
            </a:r>
            <a:br>
              <a:rPr dirty="0"/>
            </a:br>
            <a:r>
              <a:rPr dirty="0" err="1"/>
              <a:t>next_user_id</a:t>
            </a:r>
            <a:r>
              <a:rPr dirty="0"/>
              <a:t>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t>This is intentionally simple. Do not treat this as production persistence.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7 — Create the Users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8B2"/>
                </a:solidFill>
              </a:defRPr>
            </a:pPr>
            <a:r>
              <a:t>routers/users.py contains endpoints related to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89920" cy="521208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fastapi</a:t>
            </a:r>
            <a:r>
              <a:rPr dirty="0"/>
              <a:t> import </a:t>
            </a:r>
            <a:r>
              <a:rPr dirty="0" err="1"/>
              <a:t>APIRouter</a:t>
            </a:r>
            <a:r>
              <a:rPr dirty="0"/>
              <a:t>, </a:t>
            </a:r>
            <a:r>
              <a:rPr dirty="0" err="1"/>
              <a:t>HTTPException</a:t>
            </a:r>
            <a:r>
              <a:rPr dirty="0"/>
              <a:t>, status</a:t>
            </a:r>
            <a:br>
              <a:rPr dirty="0"/>
            </a:br>
            <a:r>
              <a:rPr dirty="0"/>
              <a:t>from </a:t>
            </a:r>
            <a:r>
              <a:rPr dirty="0" err="1"/>
              <a:t>app.schemas</a:t>
            </a:r>
            <a:r>
              <a:rPr dirty="0"/>
              <a:t> import </a:t>
            </a:r>
            <a:r>
              <a:rPr dirty="0" err="1"/>
              <a:t>UserCreate</a:t>
            </a:r>
            <a:r>
              <a:rPr dirty="0"/>
              <a:t>, </a:t>
            </a:r>
            <a:r>
              <a:rPr dirty="0" err="1"/>
              <a:t>UserResponse</a:t>
            </a:r>
            <a:br>
              <a:rPr dirty="0"/>
            </a:br>
            <a:r>
              <a:rPr dirty="0"/>
              <a:t>import </a:t>
            </a:r>
            <a:r>
              <a:rPr dirty="0" err="1"/>
              <a:t>app.store</a:t>
            </a:r>
            <a:r>
              <a:rPr dirty="0"/>
              <a:t> as store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# prefix means every route below starts with /users.</a:t>
            </a:r>
            <a:br>
              <a:rPr dirty="0"/>
            </a:br>
            <a:r>
              <a:rPr dirty="0"/>
              <a:t>router = </a:t>
            </a:r>
            <a:r>
              <a:rPr dirty="0" err="1"/>
              <a:t>APIRouter</a:t>
            </a:r>
            <a:r>
              <a:rPr dirty="0"/>
              <a:t>(</a:t>
            </a:r>
            <a:br>
              <a:rPr dirty="0"/>
            </a:br>
            <a:r>
              <a:rPr dirty="0"/>
              <a:t>    prefix="/users",</a:t>
            </a:r>
            <a:br>
              <a:rPr dirty="0"/>
            </a:br>
            <a:r>
              <a:rPr dirty="0"/>
              <a:t>    tags=["Users"],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@router.post(</a:t>
            </a:r>
            <a:br>
              <a:rPr dirty="0"/>
            </a:br>
            <a:r>
              <a:rPr dirty="0"/>
              <a:t>    "",</a:t>
            </a:r>
            <a:br>
              <a:rPr dirty="0"/>
            </a:br>
            <a:r>
              <a:rPr dirty="0"/>
              <a:t>    </a:t>
            </a:r>
            <a:r>
              <a:rPr dirty="0" err="1"/>
              <a:t>response_model</a:t>
            </a:r>
            <a:r>
              <a:rPr dirty="0"/>
              <a:t>=</a:t>
            </a:r>
            <a:r>
              <a:rPr dirty="0" err="1"/>
              <a:t>UserResponse</a:t>
            </a:r>
            <a:r>
              <a:rPr dirty="0"/>
              <a:t>,</a:t>
            </a:r>
            <a:br>
              <a:rPr dirty="0"/>
            </a:br>
            <a:r>
              <a:rPr dirty="0"/>
              <a:t>    </a:t>
            </a:r>
            <a:r>
              <a:rPr dirty="0" err="1"/>
              <a:t>status_code</a:t>
            </a:r>
            <a:r>
              <a:rPr dirty="0"/>
              <a:t>=status.HTTP_201_CREATED,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r>
              <a:rPr dirty="0"/>
              <a:t>def </a:t>
            </a:r>
            <a:r>
              <a:rPr dirty="0" err="1"/>
              <a:t>create_user</a:t>
            </a:r>
            <a:r>
              <a:rPr dirty="0"/>
              <a:t>(user: </a:t>
            </a:r>
            <a:r>
              <a:rPr dirty="0" err="1"/>
              <a:t>UserCreate</a:t>
            </a:r>
            <a:r>
              <a:rPr dirty="0"/>
              <a:t>):</a:t>
            </a:r>
            <a:br>
              <a:rPr dirty="0"/>
            </a:br>
            <a:r>
              <a:rPr dirty="0"/>
              <a:t>    """Create a new user."""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user_id</a:t>
            </a:r>
            <a:r>
              <a:rPr dirty="0"/>
              <a:t> = </a:t>
            </a:r>
            <a:r>
              <a:rPr dirty="0" err="1"/>
              <a:t>store.next_user_id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new_user</a:t>
            </a:r>
            <a:r>
              <a:rPr dirty="0"/>
              <a:t> = {</a:t>
            </a:r>
            <a:br>
              <a:rPr dirty="0"/>
            </a:br>
            <a:r>
              <a:rPr dirty="0"/>
              <a:t>        "id": </a:t>
            </a:r>
            <a:r>
              <a:rPr dirty="0" err="1"/>
              <a:t>user_id</a:t>
            </a:r>
            <a:r>
              <a:rPr dirty="0"/>
              <a:t>,</a:t>
            </a:r>
            <a:br>
              <a:rPr dirty="0"/>
            </a:br>
            <a:r>
              <a:rPr dirty="0"/>
              <a:t>        **</a:t>
            </a:r>
            <a:r>
              <a:rPr dirty="0" err="1"/>
              <a:t>user.model_dump</a:t>
            </a:r>
            <a:r>
              <a:rPr dirty="0"/>
              <a:t>(),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store.users_db</a:t>
            </a:r>
            <a:r>
              <a:rPr dirty="0"/>
              <a:t>[</a:t>
            </a:r>
            <a:r>
              <a:rPr dirty="0" err="1"/>
              <a:t>user_id</a:t>
            </a:r>
            <a:r>
              <a:rPr dirty="0"/>
              <a:t>] = </a:t>
            </a:r>
            <a:r>
              <a:rPr dirty="0" err="1"/>
              <a:t>new_user</a:t>
            </a:r>
            <a:br>
              <a:rPr dirty="0"/>
            </a:br>
            <a:r>
              <a:rPr dirty="0"/>
              <a:t>    </a:t>
            </a:r>
            <a:r>
              <a:rPr dirty="0" err="1"/>
              <a:t>store.next_user_id</a:t>
            </a:r>
            <a:r>
              <a:rPr dirty="0"/>
              <a:t> += 1</a:t>
            </a:r>
            <a:br>
              <a:rPr dirty="0"/>
            </a:br>
            <a:br>
              <a:rPr dirty="0"/>
            </a:br>
            <a:r>
              <a:rPr dirty="0"/>
              <a:t>    return </a:t>
            </a:r>
            <a:r>
              <a:rPr dirty="0" err="1"/>
              <a:t>new_user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8 — List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89920" cy="34747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@router.get(</a:t>
            </a:r>
            <a:br>
              <a:rPr dirty="0"/>
            </a:br>
            <a:r>
              <a:rPr dirty="0"/>
              <a:t>    "",</a:t>
            </a:r>
            <a:br>
              <a:rPr dirty="0"/>
            </a:br>
            <a:r>
              <a:rPr dirty="0"/>
              <a:t>    </a:t>
            </a:r>
            <a:r>
              <a:rPr dirty="0" err="1"/>
              <a:t>response_model</a:t>
            </a:r>
            <a:r>
              <a:rPr dirty="0"/>
              <a:t>=list[</a:t>
            </a:r>
            <a:r>
              <a:rPr dirty="0" err="1"/>
              <a:t>UserResponse</a:t>
            </a:r>
            <a:r>
              <a:rPr dirty="0"/>
              <a:t>],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r>
              <a:rPr dirty="0"/>
              <a:t>def </a:t>
            </a:r>
            <a:r>
              <a:rPr dirty="0" err="1"/>
              <a:t>list_users</a:t>
            </a:r>
            <a:r>
              <a:rPr dirty="0"/>
              <a:t>():</a:t>
            </a:r>
            <a:br>
              <a:rPr dirty="0"/>
            </a:br>
            <a:r>
              <a:rPr dirty="0"/>
              <a:t>    """</a:t>
            </a:r>
            <a:br>
              <a:rPr dirty="0"/>
            </a:br>
            <a:r>
              <a:rPr dirty="0"/>
              <a:t>    Return every user currently stored.</a:t>
            </a:r>
            <a:br>
              <a:rPr dirty="0"/>
            </a:br>
            <a:br>
              <a:rPr dirty="0"/>
            </a:br>
            <a:r>
              <a:rPr dirty="0"/>
              <a:t>    list(...) converts the dictionary values into</a:t>
            </a:r>
            <a:br>
              <a:rPr dirty="0"/>
            </a:br>
            <a:r>
              <a:rPr dirty="0"/>
              <a:t>    a JSON-friendly list of user objects.</a:t>
            </a:r>
            <a:br>
              <a:rPr dirty="0"/>
            </a:br>
            <a:r>
              <a:rPr dirty="0"/>
              <a:t>    """</a:t>
            </a:r>
            <a:br>
              <a:rPr dirty="0"/>
            </a:br>
            <a:br>
              <a:rPr dirty="0"/>
            </a:br>
            <a:r>
              <a:rPr dirty="0"/>
              <a:t>    return list(</a:t>
            </a:r>
            <a:r>
              <a:rPr dirty="0" err="1"/>
              <a:t>store.users_db.values</a:t>
            </a:r>
            <a:r>
              <a:rPr dirty="0"/>
              <a:t>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22222"/>
                </a:solidFill>
              </a:defRPr>
            </a:pPr>
            <a:r>
              <a:rPr dirty="0"/>
              <a:t>GET endpoints should retrieve information without changing application state.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9 — Retrieve One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89920" cy="420624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FFFFF"/>
                </a:solidFill>
                <a:latin typeface="Consolas"/>
              </a:defRPr>
            </a:pPr>
            <a:r>
              <a:rPr dirty="0"/>
              <a:t>@router.get(</a:t>
            </a:r>
            <a:br>
              <a:rPr dirty="0"/>
            </a:br>
            <a:r>
              <a:rPr dirty="0"/>
              <a:t>    "/{</a:t>
            </a:r>
            <a:r>
              <a:rPr dirty="0" err="1"/>
              <a:t>user_id</a:t>
            </a:r>
            <a:r>
              <a:rPr dirty="0"/>
              <a:t>}",</a:t>
            </a:r>
            <a:br>
              <a:rPr dirty="0"/>
            </a:br>
            <a:r>
              <a:rPr dirty="0"/>
              <a:t>    </a:t>
            </a:r>
            <a:r>
              <a:rPr dirty="0" err="1"/>
              <a:t>response_model</a:t>
            </a:r>
            <a:r>
              <a:rPr dirty="0"/>
              <a:t>=</a:t>
            </a:r>
            <a:r>
              <a:rPr dirty="0" err="1"/>
              <a:t>UserResponse</a:t>
            </a:r>
            <a:r>
              <a:rPr dirty="0"/>
              <a:t>,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r>
              <a:rPr dirty="0"/>
              <a:t>def </a:t>
            </a:r>
            <a:r>
              <a:rPr dirty="0" err="1"/>
              <a:t>get_user</a:t>
            </a:r>
            <a:r>
              <a:rPr dirty="0"/>
              <a:t>(</a:t>
            </a:r>
            <a:r>
              <a:rPr dirty="0" err="1"/>
              <a:t>user_id</a:t>
            </a:r>
            <a:r>
              <a:rPr dirty="0"/>
              <a:t>: int):</a:t>
            </a:r>
            <a:br>
              <a:rPr dirty="0"/>
            </a:br>
            <a:r>
              <a:rPr dirty="0"/>
              <a:t>    """Return one user by numeric ID."""</a:t>
            </a:r>
            <a:br>
              <a:rPr dirty="0"/>
            </a:br>
            <a:br>
              <a:rPr dirty="0"/>
            </a:br>
            <a:r>
              <a:rPr dirty="0"/>
              <a:t>    user = </a:t>
            </a:r>
            <a:r>
              <a:rPr dirty="0" err="1"/>
              <a:t>store.users_db.get</a:t>
            </a:r>
            <a:r>
              <a:rPr dirty="0"/>
              <a:t>(</a:t>
            </a:r>
            <a:r>
              <a:rPr dirty="0" err="1"/>
              <a:t>user_id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    # A missing resource should return 404 Not Found.</a:t>
            </a:r>
            <a:br>
              <a:rPr dirty="0"/>
            </a:br>
            <a:r>
              <a:rPr dirty="0"/>
              <a:t>    if user is None:</a:t>
            </a:r>
            <a:br>
              <a:rPr dirty="0"/>
            </a:br>
            <a:r>
              <a:rPr dirty="0"/>
              <a:t>        raise </a:t>
            </a:r>
            <a:r>
              <a:rPr dirty="0" err="1"/>
              <a:t>HTTPException</a:t>
            </a:r>
            <a:r>
              <a:rPr dirty="0"/>
              <a:t>(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status_code</a:t>
            </a:r>
            <a:r>
              <a:rPr dirty="0"/>
              <a:t>=status.HTTP_404_NOT_FOUND,</a:t>
            </a:r>
            <a:br>
              <a:rPr dirty="0"/>
            </a:br>
            <a:r>
              <a:rPr dirty="0"/>
              <a:t>            detail="User not found",</a:t>
            </a:r>
            <a:br>
              <a:rPr dirty="0"/>
            </a:br>
            <a:r>
              <a:rPr dirty="0"/>
              <a:t>        )</a:t>
            </a:r>
            <a:br>
              <a:rPr dirty="0"/>
            </a:br>
            <a:br>
              <a:rPr dirty="0"/>
            </a:br>
            <a:r>
              <a:rPr dirty="0"/>
              <a:t>    return user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10 — Add an Update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# Add this to schemas.py.</a:t>
            </a:r>
            <a:br>
              <a:rPr dirty="0"/>
            </a:br>
            <a:br>
              <a:rPr dirty="0"/>
            </a:br>
            <a:r>
              <a:rPr dirty="0"/>
              <a:t>class </a:t>
            </a:r>
            <a:r>
              <a:rPr dirty="0" err="1"/>
              <a:t>UserUpdate</a:t>
            </a:r>
            <a:r>
              <a:rPr dirty="0"/>
              <a:t>(</a:t>
            </a:r>
            <a:r>
              <a:rPr dirty="0" err="1"/>
              <a:t>BaseModel</a:t>
            </a:r>
            <a:r>
              <a:rPr dirty="0"/>
              <a:t>):</a:t>
            </a:r>
            <a:br>
              <a:rPr dirty="0"/>
            </a:br>
            <a:r>
              <a:rPr dirty="0"/>
              <a:t>    """</a:t>
            </a:r>
            <a:br>
              <a:rPr dirty="0"/>
            </a:br>
            <a:r>
              <a:rPr dirty="0"/>
              <a:t>    All fields are optional because the client may want</a:t>
            </a:r>
            <a:br>
              <a:rPr dirty="0"/>
            </a:br>
            <a:r>
              <a:rPr dirty="0"/>
              <a:t>    to update only one or two profile fields.</a:t>
            </a:r>
            <a:br>
              <a:rPr dirty="0"/>
            </a:br>
            <a:r>
              <a:rPr dirty="0"/>
              <a:t>    """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first_name</a:t>
            </a:r>
            <a:r>
              <a:rPr dirty="0"/>
              <a:t>: str | None = Field(</a:t>
            </a:r>
            <a:br>
              <a:rPr dirty="0"/>
            </a:br>
            <a:r>
              <a:rPr dirty="0"/>
              <a:t>        default=None, </a:t>
            </a:r>
            <a:r>
              <a:rPr dirty="0" err="1"/>
              <a:t>min_length</a:t>
            </a:r>
            <a:r>
              <a:rPr dirty="0"/>
              <a:t>=1, </a:t>
            </a:r>
            <a:r>
              <a:rPr dirty="0" err="1"/>
              <a:t>max_length</a:t>
            </a:r>
            <a:r>
              <a:rPr dirty="0"/>
              <a:t>=50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r>
              <a:rPr dirty="0"/>
              <a:t>    </a:t>
            </a:r>
            <a:r>
              <a:rPr dirty="0" err="1"/>
              <a:t>last_name</a:t>
            </a:r>
            <a:r>
              <a:rPr dirty="0"/>
              <a:t>: str | None = Field(</a:t>
            </a:r>
            <a:br>
              <a:rPr dirty="0"/>
            </a:br>
            <a:r>
              <a:rPr dirty="0"/>
              <a:t>        default=None, </a:t>
            </a:r>
            <a:r>
              <a:rPr dirty="0" err="1"/>
              <a:t>min_length</a:t>
            </a:r>
            <a:r>
              <a:rPr dirty="0"/>
              <a:t>=1, </a:t>
            </a:r>
            <a:r>
              <a:rPr dirty="0" err="1"/>
              <a:t>max_length</a:t>
            </a:r>
            <a:r>
              <a:rPr dirty="0"/>
              <a:t>=50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r>
              <a:rPr dirty="0"/>
              <a:t>    email: </a:t>
            </a:r>
            <a:r>
              <a:rPr dirty="0" err="1"/>
              <a:t>EmailStr</a:t>
            </a:r>
            <a:r>
              <a:rPr dirty="0"/>
              <a:t> | None = None</a:t>
            </a:r>
            <a:br>
              <a:rPr dirty="0"/>
            </a:br>
            <a:r>
              <a:rPr dirty="0"/>
              <a:t>    phone: str | None = None</a:t>
            </a:r>
            <a:br>
              <a:rPr dirty="0"/>
            </a:br>
            <a:r>
              <a:rPr dirty="0"/>
              <a:t>    role: </a:t>
            </a:r>
            <a:r>
              <a:rPr dirty="0" err="1"/>
              <a:t>UserRole</a:t>
            </a:r>
            <a:r>
              <a:rPr dirty="0"/>
              <a:t> | None = None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11 — Update a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rPr dirty="0"/>
              <a:t>@router.put(</a:t>
            </a:r>
            <a:br>
              <a:rPr dirty="0"/>
            </a:br>
            <a:r>
              <a:rPr dirty="0"/>
              <a:t>    "/{</a:t>
            </a:r>
            <a:r>
              <a:rPr dirty="0" err="1"/>
              <a:t>user_id</a:t>
            </a:r>
            <a:r>
              <a:rPr dirty="0"/>
              <a:t>}",</a:t>
            </a:r>
            <a:br>
              <a:rPr dirty="0"/>
            </a:br>
            <a:r>
              <a:rPr dirty="0"/>
              <a:t>    </a:t>
            </a:r>
            <a:r>
              <a:rPr dirty="0" err="1"/>
              <a:t>response_model</a:t>
            </a:r>
            <a:r>
              <a:rPr dirty="0"/>
              <a:t>=</a:t>
            </a:r>
            <a:r>
              <a:rPr dirty="0" err="1"/>
              <a:t>UserResponse</a:t>
            </a:r>
            <a:r>
              <a:rPr dirty="0"/>
              <a:t>,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r>
              <a:rPr dirty="0"/>
              <a:t>def </a:t>
            </a:r>
            <a:r>
              <a:rPr dirty="0" err="1"/>
              <a:t>update_user</a:t>
            </a:r>
            <a:r>
              <a:rPr dirty="0"/>
              <a:t>(</a:t>
            </a:r>
            <a:r>
              <a:rPr dirty="0" err="1"/>
              <a:t>user_id</a:t>
            </a:r>
            <a:r>
              <a:rPr dirty="0"/>
              <a:t>: int, changes: </a:t>
            </a:r>
            <a:r>
              <a:rPr dirty="0" err="1"/>
              <a:t>UserUpdate</a:t>
            </a:r>
            <a:r>
              <a:rPr dirty="0"/>
              <a:t>):</a:t>
            </a:r>
            <a:br>
              <a:rPr dirty="0"/>
            </a:br>
            <a:r>
              <a:rPr dirty="0"/>
              <a:t>    user = </a:t>
            </a:r>
            <a:r>
              <a:rPr dirty="0" err="1"/>
              <a:t>store.users_db.get</a:t>
            </a:r>
            <a:r>
              <a:rPr dirty="0"/>
              <a:t>(</a:t>
            </a:r>
            <a:r>
              <a:rPr dirty="0" err="1"/>
              <a:t>user_id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    if user is None:</a:t>
            </a:r>
            <a:br>
              <a:rPr dirty="0"/>
            </a:br>
            <a:r>
              <a:rPr dirty="0"/>
              <a:t>        raise </a:t>
            </a:r>
            <a:r>
              <a:rPr dirty="0" err="1"/>
              <a:t>HTTPException</a:t>
            </a:r>
            <a:r>
              <a:rPr dirty="0"/>
              <a:t>(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status_code</a:t>
            </a:r>
            <a:r>
              <a:rPr dirty="0"/>
              <a:t>=404,</a:t>
            </a:r>
            <a:br>
              <a:rPr dirty="0"/>
            </a:br>
            <a:r>
              <a:rPr dirty="0"/>
              <a:t>            detail="User not found",</a:t>
            </a:r>
            <a:br>
              <a:rPr dirty="0"/>
            </a:br>
            <a:r>
              <a:rPr dirty="0"/>
              <a:t>        )</a:t>
            </a:r>
            <a:br>
              <a:rPr dirty="0"/>
            </a:br>
            <a:br>
              <a:rPr dirty="0"/>
            </a:br>
            <a:r>
              <a:rPr dirty="0"/>
              <a:t>    # </a:t>
            </a:r>
            <a:r>
              <a:rPr dirty="0" err="1"/>
              <a:t>exclude_none</a:t>
            </a:r>
            <a:r>
              <a:rPr dirty="0"/>
              <a:t>=True means fields omitted by the client</a:t>
            </a:r>
            <a:br>
              <a:rPr dirty="0"/>
            </a:br>
            <a:r>
              <a:rPr dirty="0"/>
              <a:t>    # do not overwrite existing values with None.</a:t>
            </a:r>
            <a:br>
              <a:rPr dirty="0"/>
            </a:br>
            <a:r>
              <a:rPr dirty="0"/>
              <a:t>    </a:t>
            </a:r>
            <a:r>
              <a:rPr dirty="0" err="1"/>
              <a:t>update_data</a:t>
            </a:r>
            <a:r>
              <a:rPr dirty="0"/>
              <a:t> = </a:t>
            </a:r>
            <a:r>
              <a:rPr dirty="0" err="1"/>
              <a:t>changes.model_dump</a:t>
            </a:r>
            <a:r>
              <a:rPr dirty="0"/>
              <a:t>(</a:t>
            </a:r>
            <a:r>
              <a:rPr dirty="0" err="1"/>
              <a:t>exclude_none</a:t>
            </a:r>
            <a:r>
              <a:rPr dirty="0"/>
              <a:t>=True)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user.update</a:t>
            </a:r>
            <a:r>
              <a:rPr dirty="0"/>
              <a:t>(</a:t>
            </a:r>
            <a:r>
              <a:rPr dirty="0" err="1"/>
              <a:t>update_data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    return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rPr dirty="0"/>
              <a:t>Remember to import </a:t>
            </a:r>
            <a:r>
              <a:rPr dirty="0" err="1"/>
              <a:t>UserUpdate</a:t>
            </a:r>
            <a:r>
              <a:rPr dirty="0"/>
              <a:t> from </a:t>
            </a:r>
            <a:r>
              <a:rPr dirty="0" err="1"/>
              <a:t>app.schemas</a:t>
            </a:r>
            <a:r>
              <a:rPr dirty="0"/>
              <a:t> in users.py.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12 — Create the FastAPI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8B2"/>
                </a:solidFill>
              </a:defRPr>
            </a:pPr>
            <a:r>
              <a:t>app/main.py is the service entry point.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89920" cy="475488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rPr dirty="0"/>
              <a:t>from </a:t>
            </a:r>
            <a:r>
              <a:rPr dirty="0" err="1"/>
              <a:t>fastapi</a:t>
            </a:r>
            <a:r>
              <a:rPr dirty="0"/>
              <a:t> import </a:t>
            </a:r>
            <a:r>
              <a:rPr dirty="0" err="1"/>
              <a:t>FastAPI</a:t>
            </a:r>
            <a:br>
              <a:rPr dirty="0"/>
            </a:br>
            <a:r>
              <a:rPr dirty="0"/>
              <a:t>from </a:t>
            </a:r>
            <a:r>
              <a:rPr dirty="0" err="1"/>
              <a:t>app.routers.users</a:t>
            </a:r>
            <a:r>
              <a:rPr dirty="0"/>
              <a:t> import router as </a:t>
            </a:r>
            <a:r>
              <a:rPr dirty="0" err="1"/>
              <a:t>users_router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# Create the User Service application.</a:t>
            </a:r>
            <a:br>
              <a:rPr dirty="0"/>
            </a:br>
            <a:r>
              <a:rPr dirty="0"/>
              <a:t>app = </a:t>
            </a:r>
            <a:r>
              <a:rPr dirty="0" err="1"/>
              <a:t>FastAPI</a:t>
            </a:r>
            <a:r>
              <a:rPr dirty="0"/>
              <a:t>(</a:t>
            </a:r>
            <a:br>
              <a:rPr dirty="0"/>
            </a:br>
            <a:r>
              <a:rPr dirty="0"/>
              <a:t>    title="Car Rental User Service",</a:t>
            </a:r>
            <a:br>
              <a:rPr dirty="0"/>
            </a:br>
            <a:r>
              <a:rPr dirty="0"/>
              <a:t>    description="Manages users for the car rental platform.",</a:t>
            </a:r>
            <a:br>
              <a:rPr dirty="0"/>
            </a:br>
            <a:r>
              <a:rPr dirty="0"/>
              <a:t>    version="1.0.0",</a:t>
            </a:r>
            <a:br>
              <a:rPr dirty="0"/>
            </a:br>
            <a:r>
              <a:rPr dirty="0"/>
              <a:t>)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# Register routes from routers/users.py.</a:t>
            </a:r>
            <a:br>
              <a:rPr dirty="0"/>
            </a:br>
            <a:r>
              <a:rPr dirty="0" err="1"/>
              <a:t>app.include_router</a:t>
            </a:r>
            <a:r>
              <a:rPr dirty="0"/>
              <a:t>(</a:t>
            </a:r>
            <a:r>
              <a:rPr dirty="0" err="1"/>
              <a:t>users_router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@app.get("/health", tags=["Health"])</a:t>
            </a:r>
            <a:br>
              <a:rPr dirty="0"/>
            </a:br>
            <a:r>
              <a:rPr dirty="0"/>
              <a:t>def </a:t>
            </a:r>
            <a:r>
              <a:rPr dirty="0" err="1"/>
              <a:t>health_check</a:t>
            </a:r>
            <a:r>
              <a:rPr dirty="0"/>
              <a:t>():</a:t>
            </a:r>
            <a:br>
              <a:rPr dirty="0"/>
            </a:br>
            <a:r>
              <a:rPr dirty="0"/>
              <a:t>    """Used to verify that the service is alive."""</a:t>
            </a:r>
            <a:br>
              <a:rPr dirty="0"/>
            </a:br>
            <a:br>
              <a:rPr dirty="0"/>
            </a:br>
            <a:r>
              <a:rPr dirty="0"/>
              <a:t>    return {</a:t>
            </a:r>
            <a:br>
              <a:rPr dirty="0"/>
            </a:br>
            <a:r>
              <a:rPr dirty="0"/>
              <a:t>        "status": "healthy",</a:t>
            </a:r>
            <a:br>
              <a:rPr dirty="0"/>
            </a:br>
            <a:r>
              <a:rPr dirty="0"/>
              <a:t>        "service": "user-service",</a:t>
            </a:r>
            <a:br>
              <a:rPr dirty="0"/>
            </a:br>
            <a:r>
              <a:rPr dirty="0"/>
              <a:t>   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13 — Start the User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89920" cy="420624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# Run this from:</a:t>
            </a:r>
            <a:br>
              <a:rPr dirty="0"/>
            </a:br>
            <a:r>
              <a:rPr dirty="0"/>
              <a:t># services\user-service</a:t>
            </a:r>
            <a:br>
              <a:rPr dirty="0"/>
            </a:br>
            <a:br>
              <a:rPr dirty="0"/>
            </a:br>
            <a:r>
              <a:rPr dirty="0" err="1"/>
              <a:t>uvicorn</a:t>
            </a:r>
            <a:r>
              <a:rPr dirty="0"/>
              <a:t> </a:t>
            </a:r>
            <a:r>
              <a:rPr dirty="0" err="1"/>
              <a:t>app.main:app</a:t>
            </a:r>
            <a:r>
              <a:rPr dirty="0"/>
              <a:t> --reload --port 8001</a:t>
            </a:r>
            <a:br>
              <a:rPr dirty="0"/>
            </a:br>
            <a:br>
              <a:rPr dirty="0"/>
            </a:br>
            <a:r>
              <a:rPr dirty="0"/>
              <a:t># Breakdown:</a:t>
            </a:r>
            <a:br>
              <a:rPr dirty="0"/>
            </a:br>
            <a:r>
              <a:rPr dirty="0"/>
              <a:t># </a:t>
            </a:r>
            <a:r>
              <a:rPr dirty="0" err="1"/>
              <a:t>app.main</a:t>
            </a:r>
            <a:r>
              <a:rPr dirty="0"/>
              <a:t> -&gt; app/main.py</a:t>
            </a:r>
            <a:br>
              <a:rPr dirty="0"/>
            </a:br>
            <a:r>
              <a:rPr dirty="0"/>
              <a:t># app      -&gt; </a:t>
            </a:r>
            <a:r>
              <a:rPr dirty="0" err="1"/>
              <a:t>FastAPI</a:t>
            </a:r>
            <a:r>
              <a:rPr dirty="0"/>
              <a:t> object inside main.py</a:t>
            </a:r>
            <a:br>
              <a:rPr dirty="0"/>
            </a:br>
            <a:r>
              <a:rPr dirty="0"/>
              <a:t># --reload -&gt; restart after code changes</a:t>
            </a:r>
            <a:br>
              <a:rPr dirty="0"/>
            </a:br>
            <a:r>
              <a:rPr dirty="0"/>
              <a:t># --port   -&gt; run User Service on port 8001</a:t>
            </a:r>
            <a:br>
              <a:rPr dirty="0"/>
            </a:br>
            <a:br>
              <a:rPr dirty="0"/>
            </a:br>
            <a:r>
              <a:rPr dirty="0"/>
              <a:t># Expected:</a:t>
            </a:r>
            <a:br>
              <a:rPr dirty="0"/>
            </a:br>
            <a:r>
              <a:rPr dirty="0"/>
              <a:t># http://127.0.0.1:8001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Why Port 8001?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89920" cy="338328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  <a:latin typeface="Consolas"/>
              </a:defRPr>
            </a:pPr>
            <a:r>
              <a:t>Local microservice ports</a:t>
            </a:r>
            <a:br/>
            <a:br/>
            <a:r>
              <a:t>8000  Platform Health / API entry experiments</a:t>
            </a:r>
            <a:br/>
            <a:r>
              <a:t>8001  User Service</a:t>
            </a:r>
            <a:br/>
            <a:r>
              <a:t>8002  Vehicle Service</a:t>
            </a:r>
            <a:br/>
            <a:r>
              <a:t>8003  Search Service</a:t>
            </a:r>
            <a:br/>
            <a:r>
              <a:t>8004  Booking Service</a:t>
            </a:r>
            <a:br/>
            <a:r>
              <a:t>8005  Payment Service</a:t>
            </a:r>
            <a:br/>
            <a:r>
              <a:t>8006  Notification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Separate ports let multiple services run on the same development computer at the same 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14 — Test /health and Swagger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Open http://127.0.0.1:8001/health.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Expected response: status = healthy and service = user-service.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Open http://127.0.0.1:8001/docs.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Swagger should show the Health and Users sections.</a:t>
            </a:r>
          </a:p>
          <a:p>
            <a:pPr>
              <a:spcAft>
                <a:spcPts val="700"/>
              </a:spcAft>
              <a:defRPr sz="1900">
                <a:solidFill>
                  <a:srgbClr val="222222"/>
                </a:solidFill>
              </a:defRPr>
            </a:pPr>
            <a:r>
              <a:t>Before creating data, GET /users should return an empty list: [].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15 — Create Your First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89920" cy="50749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POST /users</a:t>
            </a:r>
            <a:br/>
            <a:br/>
            <a:r>
              <a:t>{</a:t>
            </a:r>
            <a:br/>
            <a:r>
              <a:t>  "first_name": "Test",</a:t>
            </a:r>
            <a:br/>
            <a:r>
              <a:t>  "last_name": "Renter",</a:t>
            </a:r>
            <a:br/>
            <a:r>
              <a:t>  "email": "renter@example.com",</a:t>
            </a:r>
            <a:br/>
            <a:r>
              <a:t>  "phone": "555-0100",</a:t>
            </a:r>
            <a:br/>
            <a:r>
              <a:t>  "role": "RENTER"</a:t>
            </a:r>
            <a:br/>
            <a:r>
              <a:t>}</a:t>
            </a:r>
            <a:br/>
            <a:br/>
            <a:r>
              <a:t>Expected status:</a:t>
            </a:r>
            <a:br/>
            <a:r>
              <a:t>201 Created</a:t>
            </a:r>
            <a:br/>
            <a:br/>
            <a:r>
              <a:t>Expected response:</a:t>
            </a:r>
            <a:br/>
            <a:r>
              <a:t>{</a:t>
            </a:r>
            <a:br/>
            <a:r>
              <a:t>  "first_name": "Test",</a:t>
            </a:r>
            <a:br/>
            <a:r>
              <a:t>  "last_name": "Renter",</a:t>
            </a:r>
            <a:br/>
            <a:r>
              <a:t>  "email": "renter@example.com",</a:t>
            </a:r>
            <a:br/>
            <a:r>
              <a:t>  "phone": "555-0100",</a:t>
            </a:r>
            <a:br/>
            <a:r>
              <a:t>  "role": "RENTER",</a:t>
            </a:r>
            <a:br/>
            <a:r>
              <a:t>  "id": 1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16 — Test Read + Update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70916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t>GET /users</a:t>
            </a:r>
            <a:br/>
            <a:r>
              <a:t>Expected: list containing user ID 1</a:t>
            </a:r>
            <a:br/>
            <a:br/>
            <a:r>
              <a:t>GET /users/1</a:t>
            </a:r>
            <a:br/>
            <a:r>
              <a:t>Expected: the first user</a:t>
            </a:r>
            <a:br/>
            <a:br/>
            <a:r>
              <a:t>GET /users/999</a:t>
            </a:r>
            <a:br/>
            <a:r>
              <a:t>Expected: 404 User not found</a:t>
            </a:r>
            <a:br/>
            <a:br/>
            <a:r>
              <a:t>PUT /users/1</a:t>
            </a:r>
            <a:br/>
            <a:br/>
            <a:r>
              <a:t>{</a:t>
            </a:r>
            <a:br/>
            <a:r>
              <a:t>  "phone": "555-0199",</a:t>
            </a:r>
            <a:br/>
            <a:r>
              <a:t>  "role": "OWNER"</a:t>
            </a:r>
            <a:br/>
            <a:r>
              <a:t>}</a:t>
            </a:r>
            <a:br/>
            <a:br/>
            <a:r>
              <a:t>Expected:</a:t>
            </a:r>
            <a:br/>
            <a:r>
              <a:t>Existing fields remain, phone and role change.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17 — Test Validation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89920" cy="489204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# Invalid email</a:t>
            </a:r>
            <a:br/>
            <a:r>
              <a:t>{</a:t>
            </a:r>
            <a:br/>
            <a:r>
              <a:t>  "first_name": "Test",</a:t>
            </a:r>
            <a:br/>
            <a:r>
              <a:t>  "last_name": "User",</a:t>
            </a:r>
            <a:br/>
            <a:r>
              <a:t>  "email": "not-an-email"</a:t>
            </a:r>
            <a:br/>
            <a:r>
              <a:t>}</a:t>
            </a:r>
            <a:br/>
            <a:br/>
            <a:r>
              <a:t># Invalid role</a:t>
            </a:r>
            <a:br/>
            <a:r>
              <a:t>{</a:t>
            </a:r>
            <a:br/>
            <a:r>
              <a:t>  "first_name": "Test",</a:t>
            </a:r>
            <a:br/>
            <a:r>
              <a:t>  "last_name": "User",</a:t>
            </a:r>
            <a:br/>
            <a:r>
              <a:t>  "email": "test@example.com",</a:t>
            </a:r>
            <a:br/>
            <a:r>
              <a:t>  "role": "DRIVER"</a:t>
            </a:r>
            <a:br/>
            <a:r>
              <a:t>}</a:t>
            </a:r>
            <a:br/>
            <a:br/>
            <a:r>
              <a:t># Missing required field</a:t>
            </a:r>
            <a:br/>
            <a:r>
              <a:t>{</a:t>
            </a:r>
            <a:br/>
            <a:r>
              <a:t>  "first_name": "Test",</a:t>
            </a:r>
            <a:br/>
            <a:r>
              <a:t>  "email": "test@example.com"</a:t>
            </a:r>
            <a:br/>
            <a:r>
              <a:t>}</a:t>
            </a:r>
            <a:br/>
            <a:br/>
            <a:r>
              <a:t>Expected:</a:t>
            </a:r>
            <a:br/>
            <a:r>
              <a:t>422 Unprocessable Entity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18 — Test with curl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89920" cy="48463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# Health</a:t>
            </a:r>
            <a:br/>
            <a:r>
              <a:t>curl.exe http://127.0.0.1:8001/health</a:t>
            </a:r>
            <a:br/>
            <a:br/>
            <a:r>
              <a:t># List users</a:t>
            </a:r>
            <a:br/>
            <a:r>
              <a:t>curl.exe http://127.0.0.1:8001/users</a:t>
            </a:r>
            <a:br/>
            <a:br/>
            <a:r>
              <a:t># Get user 1</a:t>
            </a:r>
            <a:br/>
            <a:r>
              <a:t>curl.exe http://127.0.0.1:8001/users/1</a:t>
            </a:r>
            <a:br/>
            <a:br/>
            <a:r>
              <a:t># PowerShell-friendly POST example:</a:t>
            </a:r>
            <a:br/>
            <a:r>
              <a:t>curl.exe -X POST http://127.0.0.1:8001/users ^</a:t>
            </a:r>
            <a:br/>
            <a:r>
              <a:t>  -H "Content-Type: application/json" ^</a:t>
            </a:r>
            <a:br/>
            <a:r>
              <a:t>  -d "{\"first_name\":\"Test\",\"last_name\":\"Owner\",\"email\":\"owner@example.com\",\"role\":\"OWNER\"}"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Understand the Request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07751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HTTP Request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0164" y="209397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18180" y="1783080"/>
            <a:ext cx="207751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FastAPI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13985" y="209397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42001" y="1783080"/>
            <a:ext cx="207751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Pydantic</a:t>
            </a:r>
            <a:br/>
            <a:r>
              <a:t>Validation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7806" y="209397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65822" y="1783080"/>
            <a:ext cx="207751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Router</a:t>
            </a:r>
            <a:br/>
            <a:r>
              <a:t>Function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61627" y="209397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89643" y="1783080"/>
            <a:ext cx="207751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In-Memory</a:t>
            </a:r>
            <a:br/>
            <a:r>
              <a:t>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FastAPI matches the HTTP method and URL to a route.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Pydantic validates and converts incoming data.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The route performs business logic.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The temporary store holds data.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response_model validates/filters the response before JSON is returned.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HTTP Status Codes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70916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t>200 OK</a:t>
            </a:r>
            <a:br/>
            <a:r>
              <a:t>    Successful GET or update.</a:t>
            </a:r>
            <a:br/>
            <a:br/>
            <a:r>
              <a:t>201 Created</a:t>
            </a:r>
            <a:br/>
            <a:r>
              <a:t>    A new user was successfully created.</a:t>
            </a:r>
            <a:br/>
            <a:br/>
            <a:r>
              <a:t>404 Not Found</a:t>
            </a:r>
            <a:br/>
            <a:r>
              <a:t>    Requested user ID does not exist.</a:t>
            </a:r>
            <a:br/>
            <a:br/>
            <a:r>
              <a:t>422 Unprocessable Entity</a:t>
            </a:r>
            <a:br/>
            <a:r>
              <a:t>    Request reached FastAPI but failed Pydantic validation.</a:t>
            </a:r>
            <a:br/>
            <a:br/>
            <a:r>
              <a:t>500 Internal Server Error</a:t>
            </a:r>
            <a:br/>
            <a:r>
              <a:t>    Unexpected server-side failure.</a:t>
            </a:r>
            <a:br/>
            <a:r>
              <a:t>    We should investigate rather than intentionally return this.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Important Limitation — Data Is Temporary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235915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Create User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02736" y="1828800"/>
            <a:ext cx="235915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users_db</a:t>
            </a:r>
            <a:br/>
            <a:r>
              <a:t>Memory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0176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08192" y="1828800"/>
            <a:ext cx="235915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Restart</a:t>
            </a:r>
            <a:br/>
            <a:r>
              <a:t>Uvicorn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85632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13648" y="1828800"/>
            <a:ext cx="235915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Data Gone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The dictionary exists only in the Python process.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Restarting the service resets the data.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This is useful for learning API behavior but unacceptable for production.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Project 3 solves this with PostgreSQL persistence.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Break/Fix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Remove email-validator and observe what happens when the app loads EmailStr.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Request /users/999 and explain why 404 is correct.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Send an invalid role and inspect FastAPI's 422 validation response.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Stop Uvicorn and confirm the service becomes unreachable.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Restart Uvicorn and notice that in-memory users disappeared.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Introduce a typo in an import, read the traceback, then fix it.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Change the service port and confirm you must use the new port to reach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Git Checkpoint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89920" cy="48463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  <a:latin typeface="Consolas"/>
              </a:defRPr>
            </a:pPr>
            <a:r>
              <a:t># Stop Uvicorn first if desired.</a:t>
            </a:r>
            <a:br/>
            <a:r>
              <a:t>CTRL + C</a:t>
            </a:r>
            <a:br/>
            <a:br/>
            <a:r>
              <a:t># Return to repository root.</a:t>
            </a:r>
            <a:br/>
            <a:r>
              <a:t>cd ..\..</a:t>
            </a:r>
            <a:br/>
            <a:br/>
            <a:r>
              <a:t># Review exactly what changed.</a:t>
            </a:r>
            <a:br/>
            <a:r>
              <a:t>git status</a:t>
            </a:r>
            <a:br/>
            <a:br/>
            <a:r>
              <a:t># Stage Project 2.</a:t>
            </a:r>
            <a:br/>
            <a:r>
              <a:t>git add .</a:t>
            </a:r>
            <a:br/>
            <a:br/>
            <a:r>
              <a:t># Review again before committing.</a:t>
            </a:r>
            <a:br/>
            <a:r>
              <a:t>git status</a:t>
            </a:r>
            <a:br/>
            <a:br/>
            <a:r>
              <a:t># Commit.</a:t>
            </a:r>
            <a:br/>
            <a:r>
              <a:t>git commit -m "Build FastAPI user microservice"</a:t>
            </a:r>
            <a:br/>
            <a:br/>
            <a:r>
              <a:t># Verify.</a:t>
            </a:r>
            <a:br/>
            <a:r>
              <a:t>git log --oneline -5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Project 2 Completion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User Service has its own virtual environment and requirements.txt.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Project uses app/main.py, schemas.py, store.py and routers/users.py.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GET /health returns HTTP 200.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POST /users returns HTTP 201 and a generated ID.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GET /users lists users.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GET /users/{id} returns a user or HTTP 404.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PUT /users/{id} updates selected fields.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Invalid email/role/missing fields produce validation errors.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Swagger and curl tests succeed.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You can explain why data disappears after restart.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Git commit succeeds.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Project 2 Review — What You Should Be Able to Explain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What is a REST endpoint?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What is the difference between GET, POST and PUT?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What does APIRouter solve?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Why do we use Pydantic schemas?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What is response_model?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Why is 201 different from 200?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Why should a missing user return 404?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Why is in-memory storage not persistent?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Why does each microservice use a different local port?</a:t>
            </a:r>
          </a:p>
          <a:p>
            <a:pPr>
              <a:spcAft>
                <a:spcPts val="700"/>
              </a:spcAft>
              <a:defRPr sz="1700">
                <a:solidFill>
                  <a:srgbClr val="222222"/>
                </a:solidFill>
              </a:defRPr>
            </a:pPr>
            <a:r>
              <a:t>Why should User Service not directly own vehicle or booking data?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Next — Project 3: PostgreSQL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35640" y="651967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828800"/>
            <a:ext cx="238201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FastAPI</a:t>
            </a:r>
            <a:br/>
            <a:r>
              <a:t>User Service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51860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79876" y="1828800"/>
            <a:ext cx="238201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SQLAlchemy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0175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08192" y="1828800"/>
            <a:ext cx="238201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PostgreSQL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08492" y="2139696"/>
            <a:ext cx="109728" cy="274320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36508" y="1828800"/>
            <a:ext cx="2382012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C"/>
                </a:solidFill>
              </a:defRPr>
            </a:pPr>
            <a:r>
              <a:t>Alembic</a:t>
            </a:r>
            <a:br/>
            <a:r>
              <a:t>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789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Replace users_db with a real relational database.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Design the users table.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Learn SQL basics and PostgreSQL.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Use SQLAlchemy ORM models and database sessions.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Use Alembic to version database schema changes.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Prove that users survive application restarts.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3500</Words>
  <Application>Microsoft Office PowerPoint</Application>
  <PresentationFormat>Widescreen</PresentationFormat>
  <Paragraphs>299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bayo adewunmi</cp:lastModifiedBy>
  <cp:revision>3</cp:revision>
  <dcterms:created xsi:type="dcterms:W3CDTF">2013-01-27T09:14:16Z</dcterms:created>
  <dcterms:modified xsi:type="dcterms:W3CDTF">2026-10-02T19:15:32Z</dcterms:modified>
  <cp:category/>
</cp:coreProperties>
</file>