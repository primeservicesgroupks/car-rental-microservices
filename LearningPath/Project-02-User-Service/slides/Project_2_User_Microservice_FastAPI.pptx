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789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Project 2</a:t>
            </a:r>
          </a:p>
          <a:p>
            <a:pPr>
              <a:defRPr sz="3000">
                <a:solidFill>
                  <a:srgbClr val="FFFFFF"/>
                </a:solidFill>
              </a:defRPr>
            </a:pPr>
            <a:r>
              <a:t>Build the User Microservice with FastAPI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3383280"/>
            <a:ext cx="10241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3D7F0"/>
                </a:solidFill>
              </a:defRPr>
            </a:pPr>
            <a:r>
              <a:t>Car Rental Microservices Learning Series</a:t>
            </a:r>
          </a:p>
          <a:p>
            <a:pPr>
              <a:defRPr sz="1600">
                <a:solidFill>
                  <a:srgbClr val="C3D7F0"/>
                </a:solidFill>
              </a:defRPr>
            </a:pPr>
            <a:r>
              <a:t>REST APIs • Pydantic • Routers • Validation • HTTP Status Codes • Testing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Project 2 Goal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Build the first real business microservice: User Service.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Learn how FastAPI applications are separated into routers, schemas and application startup code.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Create REST endpoints for registering, listing, retrieving and updating users.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Use Pydantic to validate incoming API data.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Use an in-memory data store so we can focus on API design before adding PostgreSQL in Project 3.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Test every endpoint through Swagger and curl, then create a Git checkpoint.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Where Project 2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B68B2"/>
                </a:solidFill>
              </a:defRPr>
            </a:pPr>
            <a:r>
              <a:t>We are still working locally, so this project should have essentially no cloud cost.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1874519"/>
            <a:ext cx="2737104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Frontend</a:t>
            </a:r>
            <a:br/>
            <a:r>
              <a:t>(future)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584192" y="2185415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12208" y="1874519"/>
            <a:ext cx="2737104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User Service</a:t>
            </a:r>
            <a:br/>
            <a:r>
              <a:t>Project 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467600" y="2185415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95616" y="1874519"/>
            <a:ext cx="2737104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In-Memory</a:t>
            </a:r>
            <a:br/>
            <a: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Project 2 builds only the User Service.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Project 3 replaces temporary in-memory storage with PostgreSQL + SQLAlchemy + Alembic.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Authentication/password hashing comes later so each concept is learned separately.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What the User Service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User registration and profile information.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User identity fields such as name, email and phone.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Business role: RENTER, OWNER or ADMIN.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User lookup and profile updates.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Later: password hashes, authentication integration and account status.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It should NOT own vehicles, bookings or payments—those belong to other services.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REST API We Will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89920" cy="429768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>
                <a:solidFill>
                  <a:srgbClr val="FFFFFF"/>
                </a:solidFill>
                <a:latin typeface="Consolas"/>
              </a:defRPr>
            </a:pPr>
            <a:r>
              <a:t>METHOD   ENDPOINT          PURPOSE</a:t>
            </a:r>
            <a:br/>
            <a:r>
              <a:t>------   ----------------  ----------------------------------------</a:t>
            </a:r>
            <a:br/>
            <a:r>
              <a:t>GET      /health           Verify the service is running</a:t>
            </a:r>
            <a:br/>
            <a:r>
              <a:t>POST     /users            Create a user</a:t>
            </a:r>
            <a:br/>
            <a:r>
              <a:t>GET      /users            List users</a:t>
            </a:r>
            <a:br/>
            <a:r>
              <a:t>GET      /users/{user_id}  Retrieve one user</a:t>
            </a:r>
            <a:br/>
            <a:r>
              <a:t>PUT      /users/{user_id}  Update one user</a:t>
            </a:r>
            <a:br/>
            <a:br/>
            <a:r>
              <a:t>Examples:</a:t>
            </a:r>
            <a:br/>
            <a:br/>
            <a:r>
              <a:t>POST /users</a:t>
            </a:r>
            <a:br/>
            <a:r>
              <a:t>GET  /users/1</a:t>
            </a:r>
            <a:br/>
            <a:r>
              <a:t>PUT  /users/1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 — Start from the Project 1 Repository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89920" cy="338328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>
                <a:solidFill>
                  <a:srgbClr val="FFFFFF"/>
                </a:solidFill>
                <a:latin typeface="Consolas"/>
              </a:defRPr>
            </a:pPr>
            <a:r>
              <a:t>cd C:\Users\biome\Documents\Learning\car-rental-platform</a:t>
            </a:r>
            <a:br/>
            <a:br/>
            <a:r>
              <a:t># Confirm we are in the correct Git repository.</a:t>
            </a:r>
            <a:br/>
            <a:r>
              <a:t>git status</a:t>
            </a:r>
            <a:br/>
            <a:br/>
            <a:r>
              <a:t># Confirm the Project 1 commit exists.</a:t>
            </a:r>
            <a:br/>
            <a:r>
              <a:t>git log --oneline -5</a:t>
            </a:r>
            <a:br/>
            <a:br/>
            <a:r>
              <a:t># Open the repository in VS Code.</a:t>
            </a:r>
            <a:br/>
            <a:r>
              <a:t>code 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120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Do not create a separate repository. Project 2 extends the same car-rental-platform repository.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2 — Create the User Service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3891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>
                <a:solidFill>
                  <a:srgbClr val="FFFFFF"/>
                </a:solidFill>
                <a:latin typeface="Consolas"/>
              </a:defRPr>
            </a:pPr>
            <a:r>
              <a:t>services/</a:t>
            </a:r>
            <a:br/>
            <a:r>
              <a:t>└── user-service/</a:t>
            </a:r>
            <a:br/>
            <a:r>
              <a:t>    ├── app/</a:t>
            </a:r>
            <a:br/>
            <a:r>
              <a:t>    │   ├── __init__.py</a:t>
            </a:r>
            <a:br/>
            <a:r>
              <a:t>    │   ├── main.py</a:t>
            </a:r>
            <a:br/>
            <a:r>
              <a:t>    │   ├── schemas.py</a:t>
            </a:r>
            <a:br/>
            <a:r>
              <a:t>    │   ├── store.py</a:t>
            </a:r>
            <a:br/>
            <a:r>
              <a:t>    │   └── routers/</a:t>
            </a:r>
            <a:br/>
            <a:r>
              <a:t>    │       ├── __init__.py</a:t>
            </a:r>
            <a:br/>
            <a:r>
              <a:t>    │       └── users.py</a:t>
            </a:r>
            <a:br/>
            <a:r>
              <a:t>    ├── .venv/</a:t>
            </a:r>
            <a:br/>
            <a:r>
              <a:t>    └── requirements.txt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222"/>
                </a:solidFill>
              </a:defRPr>
            </a:pPr>
            <a:r>
              <a:t>Separating files now prevents main.py from becoming a giant application later.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3 — Create and Activate the Virtual Environment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89920" cy="48463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  <a:latin typeface="Consolas"/>
              </a:defRPr>
            </a:pPr>
            <a:r>
              <a:t>cd services\user-service</a:t>
            </a:r>
            <a:br/>
            <a:br/>
            <a:r>
              <a:t># Each microservice can manage its own Python dependencies.</a:t>
            </a:r>
            <a:br/>
            <a:r>
              <a:t>python -m venv .venv</a:t>
            </a:r>
            <a:br/>
            <a:br/>
            <a:r>
              <a:t># Activate the environment in PowerShell.</a:t>
            </a:r>
            <a:br/>
            <a:r>
              <a:t>.\.venv\Scripts\Activate.ps1</a:t>
            </a:r>
            <a:br/>
            <a:br/>
            <a:r>
              <a:t># Upgrade pip.</a:t>
            </a:r>
            <a:br/>
            <a:r>
              <a:t>python -m pip install --upgrade pip</a:t>
            </a:r>
            <a:br/>
            <a:br/>
            <a:r>
              <a:t># Install FastAPI and the Uvicorn development server.</a:t>
            </a:r>
            <a:br/>
            <a:r>
              <a:t>pip install fastapi uvicorn</a:t>
            </a:r>
            <a:br/>
            <a:br/>
            <a:r>
              <a:t># Confirm installation.</a:t>
            </a:r>
            <a:br/>
            <a:r>
              <a:t>pip list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4 — Create Pydantic Schemas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B68B2"/>
                </a:solidFill>
              </a:defRPr>
            </a:pPr>
            <a:r>
              <a:t>schemas.py defines the shape and validation rules for API data.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98448"/>
            <a:ext cx="10789920" cy="50749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from enum import Enum</a:t>
            </a:r>
            <a:br/>
            <a:r>
              <a:t>from pydantic import BaseModel, EmailStr, Field</a:t>
            </a:r>
            <a:br/>
            <a:br/>
            <a:br/>
            <a:r>
              <a:t># Restrict role to known values instead of accepting arbitrary text.</a:t>
            </a:r>
            <a:br/>
            <a:r>
              <a:t>class UserRole(str, Enum):</a:t>
            </a:r>
            <a:br/>
            <a:r>
              <a:t>    RENTER = "RENTER"</a:t>
            </a:r>
            <a:br/>
            <a:r>
              <a:t>    OWNER = "OWNER"</a:t>
            </a:r>
            <a:br/>
            <a:r>
              <a:t>    ADMIN = "ADMIN"</a:t>
            </a:r>
            <a:br/>
            <a:br/>
            <a:br/>
            <a:r>
              <a:t># Fields a client must send when creating a user.</a:t>
            </a:r>
            <a:br/>
            <a:r>
              <a:t>class UserCreate(BaseModel):</a:t>
            </a:r>
            <a:br/>
            <a:r>
              <a:t>    first_name: str = Field(min_length=1, max_length=50)</a:t>
            </a:r>
            <a:br/>
            <a:r>
              <a:t>    last_name: str = Field(min_length=1, max_length=50)</a:t>
            </a:r>
            <a:br/>
            <a:r>
              <a:t>    email: EmailStr</a:t>
            </a:r>
            <a:br/>
            <a:r>
              <a:t>    phone: str | None = None</a:t>
            </a:r>
            <a:br/>
            <a:r>
              <a:t>    role: UserRole = UserRole.RENTER</a:t>
            </a:r>
            <a:br/>
            <a:br/>
            <a:br/>
            <a:r>
              <a:t># Fields returned by our API.</a:t>
            </a:r>
            <a:br/>
            <a:r>
              <a:t>class UserResponse(UserCreate):</a:t>
            </a:r>
            <a:br/>
            <a:r>
              <a:t>    id: int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Why Separate Request and Response Models?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1828800"/>
            <a:ext cx="2404872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Client JSON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429000" y="213969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57016" y="1828800"/>
            <a:ext cx="2404872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UserCreate</a:t>
            </a:r>
            <a:br/>
            <a:r>
              <a:t>Validation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80175" y="213969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08192" y="1828800"/>
            <a:ext cx="2404872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Business Logic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531351" y="213969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59367" y="1828800"/>
            <a:ext cx="2404872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UserResponse</a:t>
            </a:r>
            <a:br/>
            <a:r>
              <a:t>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UserCreate describes what the client is allowed/required to send.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UserResponse describes what the API sends back.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Later this prevents sensitive fields such as password_hash from accidentally appearing in responses.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Pydantic automatically rejects invalid data before our business logic runs.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5 — Install Email Validation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89920" cy="21031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>
                <a:solidFill>
                  <a:srgbClr val="FFFFFF"/>
                </a:solidFill>
                <a:latin typeface="Consolas"/>
              </a:defRPr>
            </a:pPr>
            <a:r>
              <a:t># EmailStr uses an additional validation package.</a:t>
            </a:r>
            <a:br/>
            <a:r>
              <a:t>pip install email-validator</a:t>
            </a:r>
            <a:br/>
            <a:br/>
            <a:r>
              <a:t># Re-create requirements.txt after adding dependencies.</a:t>
            </a:r>
            <a:br/>
            <a:r>
              <a:t>pip freeze &gt; requirements.txt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519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If email-validator is missing, FastAPI/Pydantic can fail when loading EmailStr.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requirements.txt records the dependencies needed to recreate this service.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6 — Temporary In-Memory 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B68B2"/>
                </a:solidFill>
              </a:defRPr>
            </a:pPr>
            <a:r>
              <a:t>store.py replaces a database only for this learning project.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89920" cy="384048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  <a:latin typeface="Consolas"/>
              </a:defRPr>
            </a:pPr>
            <a:r>
              <a:t># This dictionary temporarily acts like our database.</a:t>
            </a:r>
            <a:br/>
            <a:r>
              <a:t>#</a:t>
            </a:r>
            <a:br/>
            <a:r>
              <a:t># Key   = integer user ID</a:t>
            </a:r>
            <a:br/>
            <a:r>
              <a:t># Value = user data</a:t>
            </a:r>
            <a:br/>
            <a:r>
              <a:t>#</a:t>
            </a:r>
            <a:br/>
            <a:r>
              <a:t># IMPORTANT:</a:t>
            </a:r>
            <a:br/>
            <a:r>
              <a:t># Data disappears whenever the application restarts.</a:t>
            </a:r>
            <a:br/>
            <a:r>
              <a:t># Project 3 will replace this with PostgreSQL.</a:t>
            </a:r>
            <a:br/>
            <a:r>
              <a:t>users_db: dict[int, dict] = {}</a:t>
            </a:r>
            <a:br/>
            <a:br/>
            <a:br/>
            <a:r>
              <a:t># Keep track of the next ID to assign.</a:t>
            </a:r>
            <a:br/>
            <a:r>
              <a:t>next_user_id =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321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222"/>
                </a:solidFill>
              </a:defRPr>
            </a:pPr>
            <a:r>
              <a:t>This is intentionally simple. Do not treat this as production persistence.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7 — Create the Users Router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B68B2"/>
                </a:solidFill>
              </a:defRPr>
            </a:pPr>
            <a:r>
              <a:t>routers/users.py contains endpoints related to users.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789920" cy="521208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FFFFFF"/>
                </a:solidFill>
                <a:latin typeface="Consolas"/>
              </a:defRPr>
            </a:pPr>
            <a:r>
              <a:t>from fastapi import APIRouter, HTTPException, status</a:t>
            </a:r>
            <a:br/>
            <a:r>
              <a:t>from app.schemas import UserCreate, UserResponse</a:t>
            </a:r>
            <a:br/>
            <a:r>
              <a:t>import app.store as store</a:t>
            </a:r>
            <a:br/>
            <a:br/>
            <a:br/>
            <a:r>
              <a:t># prefix means every route below starts with /users.</a:t>
            </a:r>
            <a:br/>
            <a:r>
              <a:t>router = APIRouter(</a:t>
            </a:r>
            <a:br/>
            <a:r>
              <a:t>    prefix="/users",</a:t>
            </a:r>
            <a:br/>
            <a:r>
              <a:t>    tags=["Users"],</a:t>
            </a:r>
            <a:br/>
            <a:r>
              <a:t>)</a:t>
            </a:r>
            <a:br/>
            <a:br/>
            <a:br/>
            <a:r>
              <a:t>@router.post(</a:t>
            </a:r>
            <a:br/>
            <a:r>
              <a:t>    "",</a:t>
            </a:r>
            <a:br/>
            <a:r>
              <a:t>    response_model=UserResponse,</a:t>
            </a:r>
            <a:br/>
            <a:r>
              <a:t>    status_code=status.HTTP_201_CREATED,</a:t>
            </a:r>
            <a:br/>
            <a:r>
              <a:t>)</a:t>
            </a:r>
            <a:br/>
            <a:r>
              <a:t>def create_user(user: UserCreate):</a:t>
            </a:r>
            <a:br/>
            <a:r>
              <a:t>    """Create a new user."""</a:t>
            </a:r>
            <a:br/>
            <a:br/>
            <a:r>
              <a:t>    user_id = store.next_user_id</a:t>
            </a:r>
            <a:br/>
            <a:br/>
            <a:r>
              <a:t>    new_user = {</a:t>
            </a:r>
            <a:br/>
            <a:r>
              <a:t>        "id": user_id,</a:t>
            </a:r>
            <a:br/>
            <a:r>
              <a:t>        **user.model_dump(),</a:t>
            </a:r>
            <a:br/>
            <a:r>
              <a:t>    }</a:t>
            </a:r>
            <a:br/>
            <a:br/>
            <a:r>
              <a:t>    store.users_db[user_id] = new_user</a:t>
            </a:r>
            <a:br/>
            <a:r>
              <a:t>    store.next_user_id += 1</a:t>
            </a:r>
            <a:br/>
            <a:br/>
            <a:r>
              <a:t>    return new_user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8 — List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89920" cy="34747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  <a:latin typeface="Consolas"/>
              </a:defRPr>
            </a:pPr>
            <a:r>
              <a:t>@router.get(</a:t>
            </a:r>
            <a:br/>
            <a:r>
              <a:t>    "",</a:t>
            </a:r>
            <a:br/>
            <a:r>
              <a:t>    response_model=list[UserResponse],</a:t>
            </a:r>
            <a:br/>
            <a:r>
              <a:t>)</a:t>
            </a:r>
            <a:br/>
            <a:r>
              <a:t>def list_users():</a:t>
            </a:r>
            <a:br/>
            <a:r>
              <a:t>    """</a:t>
            </a:r>
            <a:br/>
            <a:r>
              <a:t>    Return every user currently stored.</a:t>
            </a:r>
            <a:br/>
            <a:br/>
            <a:r>
              <a:t>    list(...) converts the dictionary values into</a:t>
            </a:r>
            <a:br/>
            <a:r>
              <a:t>    a JSON-friendly list of user objects.</a:t>
            </a:r>
            <a:br/>
            <a:r>
              <a:t>    """</a:t>
            </a:r>
            <a:br/>
            <a:br/>
            <a:r>
              <a:t>    return list(store.users_db.values())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406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222"/>
                </a:solidFill>
              </a:defRPr>
            </a:pPr>
            <a:r>
              <a:t>GET endpoints should retrieve information without changing application state.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9 — Retrieve One User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89920" cy="420624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FFFFFF"/>
                </a:solidFill>
                <a:latin typeface="Consolas"/>
              </a:defRPr>
            </a:pPr>
            <a:r>
              <a:t>@router.get(</a:t>
            </a:r>
            <a:br/>
            <a:r>
              <a:t>    "/{user_id}",</a:t>
            </a:r>
            <a:br/>
            <a:r>
              <a:t>    response_model=UserResponse,</a:t>
            </a:r>
            <a:br/>
            <a:r>
              <a:t>)</a:t>
            </a:r>
            <a:br/>
            <a:r>
              <a:t>def get_user(user_id: int):</a:t>
            </a:r>
            <a:br/>
            <a:r>
              <a:t>    """Return one user by numeric ID."""</a:t>
            </a:r>
            <a:br/>
            <a:br/>
            <a:r>
              <a:t>    user = store.users_db.get(user_id)</a:t>
            </a:r>
            <a:br/>
            <a:br/>
            <a:r>
              <a:t>    # A missing resource should return 404 Not Found.</a:t>
            </a:r>
            <a:br/>
            <a:r>
              <a:t>    if user is None:</a:t>
            </a:r>
            <a:br/>
            <a:r>
              <a:t>        raise HTTPException(</a:t>
            </a:r>
            <a:br/>
            <a:r>
              <a:t>            status_code=status.HTTP_404_NOT_FOUND,</a:t>
            </a:r>
            <a:br/>
            <a:r>
              <a:t>            detail="User not found",</a:t>
            </a:r>
            <a:br/>
            <a:r>
              <a:t>        )</a:t>
            </a:r>
            <a:br/>
            <a:br/>
            <a:r>
              <a:t>    return user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10 — Add an Update Schema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48056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Consolas"/>
              </a:defRPr>
            </a:pPr>
            <a:r>
              <a:t># Add this to schemas.py.</a:t>
            </a:r>
            <a:br/>
            <a:br/>
            <a:r>
              <a:t>class UserUpdate(BaseModel):</a:t>
            </a:r>
            <a:br/>
            <a:r>
              <a:t>    """</a:t>
            </a:r>
            <a:br/>
            <a:r>
              <a:t>    All fields are optional because the client may want</a:t>
            </a:r>
            <a:br/>
            <a:r>
              <a:t>    to update only one or two profile fields.</a:t>
            </a:r>
            <a:br/>
            <a:r>
              <a:t>    """</a:t>
            </a:r>
            <a:br/>
            <a:br/>
            <a:r>
              <a:t>    first_name: str | None = Field(</a:t>
            </a:r>
            <a:br/>
            <a:r>
              <a:t>        default=None, min_length=1, max_length=50</a:t>
            </a:r>
            <a:br/>
            <a:r>
              <a:t>    )</a:t>
            </a:r>
            <a:br/>
            <a:r>
              <a:t>    last_name: str | None = Field(</a:t>
            </a:r>
            <a:br/>
            <a:r>
              <a:t>        default=None, min_length=1, max_length=50</a:t>
            </a:r>
            <a:br/>
            <a:r>
              <a:t>    )</a:t>
            </a:r>
            <a:br/>
            <a:r>
              <a:t>    email: EmailStr | None = None</a:t>
            </a:r>
            <a:br/>
            <a:r>
              <a:t>    phone: str | None = None</a:t>
            </a:r>
            <a:br/>
            <a:r>
              <a:t>    role: UserRole | None = None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11 — Update a User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48056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Consolas"/>
              </a:defRPr>
            </a:pPr>
            <a:r>
              <a:t>@router.put(</a:t>
            </a:r>
            <a:br/>
            <a:r>
              <a:t>    "/{user_id}",</a:t>
            </a:r>
            <a:br/>
            <a:r>
              <a:t>    response_model=UserResponse,</a:t>
            </a:r>
            <a:br/>
            <a:r>
              <a:t>)</a:t>
            </a:r>
            <a:br/>
            <a:r>
              <a:t>def update_user(user_id: int, changes: UserUpdate):</a:t>
            </a:r>
            <a:br/>
            <a:r>
              <a:t>    user = store.users_db.get(user_id)</a:t>
            </a:r>
            <a:br/>
            <a:br/>
            <a:r>
              <a:t>    if user is None:</a:t>
            </a:r>
            <a:br/>
            <a:r>
              <a:t>        raise HTTPException(</a:t>
            </a:r>
            <a:br/>
            <a:r>
              <a:t>            status_code=404,</a:t>
            </a:r>
            <a:br/>
            <a:r>
              <a:t>            detail="User not found",</a:t>
            </a:r>
            <a:br/>
            <a:r>
              <a:t>        )</a:t>
            </a:r>
            <a:br/>
            <a:br/>
            <a:r>
              <a:t>    # exclude_none=True means fields omitted by the client</a:t>
            </a:r>
            <a:br/>
            <a:r>
              <a:t>    # do not overwrite existing values with None.</a:t>
            </a:r>
            <a:br/>
            <a:r>
              <a:t>    update_data = changes.model_dump(exclude_none=True)</a:t>
            </a:r>
            <a:br/>
            <a:br/>
            <a:r>
              <a:t>    user.update(update_data)</a:t>
            </a:r>
            <a:br/>
            <a:br/>
            <a:r>
              <a:t>    return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Remember to import UserUpdate from app.schemas in users.py.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12 — Create the FastAPI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B68B2"/>
                </a:solidFill>
              </a:defRPr>
            </a:pPr>
            <a:r>
              <a:t>app/main.py is the service entry point.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89920" cy="475488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  <a:latin typeface="Consolas"/>
              </a:defRPr>
            </a:pPr>
            <a:r>
              <a:t>from fastapi import FastAPI</a:t>
            </a:r>
            <a:br/>
            <a:r>
              <a:t>from app.routers.users import router as users_router</a:t>
            </a:r>
            <a:br/>
            <a:br/>
            <a:br/>
            <a:r>
              <a:t># Create the User Service application.</a:t>
            </a:r>
            <a:br/>
            <a:r>
              <a:t>app = FastAPI(</a:t>
            </a:r>
            <a:br/>
            <a:r>
              <a:t>    title="Car Rental User Service",</a:t>
            </a:r>
            <a:br/>
            <a:r>
              <a:t>    description="Manages users for the car rental platform.",</a:t>
            </a:r>
            <a:br/>
            <a:r>
              <a:t>    version="1.0.0",</a:t>
            </a:r>
            <a:br/>
            <a:r>
              <a:t>)</a:t>
            </a:r>
            <a:br/>
            <a:br/>
            <a:br/>
            <a:r>
              <a:t># Register routes from routers/users.py.</a:t>
            </a:r>
            <a:br/>
            <a:r>
              <a:t>app.include_router(users_router)</a:t>
            </a:r>
            <a:br/>
            <a:br/>
            <a:br/>
            <a:r>
              <a:t>@app.get("/health", tags=["Health"])</a:t>
            </a:r>
            <a:br/>
            <a:r>
              <a:t>def health_check():</a:t>
            </a:r>
            <a:br/>
            <a:r>
              <a:t>    """Used to verify that the service is alive."""</a:t>
            </a:r>
            <a:br/>
            <a:br/>
            <a:r>
              <a:t>    return {</a:t>
            </a:r>
            <a:br/>
            <a:r>
              <a:t>        "status": "healthy",</a:t>
            </a:r>
            <a:br/>
            <a:r>
              <a:t>        "service": "user-service",</a:t>
            </a:r>
            <a:br/>
            <a:r>
              <a:t>    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13 — Start the User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89920" cy="420624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  <a:latin typeface="Consolas"/>
              </a:defRPr>
            </a:pPr>
            <a:r>
              <a:t># Run this from:</a:t>
            </a:r>
            <a:br/>
            <a:r>
              <a:t># services\user-service</a:t>
            </a:r>
            <a:br/>
            <a:br/>
            <a:r>
              <a:t>uvicorn app.main:app --reload --port 8001</a:t>
            </a:r>
            <a:br/>
            <a:br/>
            <a:r>
              <a:t># Breakdown:</a:t>
            </a:r>
            <a:br/>
            <a:r>
              <a:t># app.main -&gt; app/main.py</a:t>
            </a:r>
            <a:br/>
            <a:r>
              <a:t># app      -&gt; FastAPI object inside main.py</a:t>
            </a:r>
            <a:br/>
            <a:r>
              <a:t># --reload -&gt; restart after code changes</a:t>
            </a:r>
            <a:br/>
            <a:r>
              <a:t># --port   -&gt; run User Service on port 8001</a:t>
            </a:r>
            <a:br/>
            <a:br/>
            <a:r>
              <a:t># Expected:</a:t>
            </a:r>
            <a:br/>
            <a:r>
              <a:t># http://127.0.0.1:8001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Why Port 8001?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89920" cy="338328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FFFFFF"/>
                </a:solidFill>
                <a:latin typeface="Consolas"/>
              </a:defRPr>
            </a:pPr>
            <a:r>
              <a:t>Local microservice ports</a:t>
            </a:r>
            <a:br/>
            <a:br/>
            <a:r>
              <a:t>8000  Platform Health / API entry experiments</a:t>
            </a:r>
            <a:br/>
            <a:r>
              <a:t>8001  User Service</a:t>
            </a:r>
            <a:br/>
            <a:r>
              <a:t>8002  Vehicle Service</a:t>
            </a:r>
            <a:br/>
            <a:r>
              <a:t>8003  Search Service</a:t>
            </a:r>
            <a:br/>
            <a:r>
              <a:t>8004  Booking Service</a:t>
            </a:r>
            <a:br/>
            <a:r>
              <a:t>8005  Payment Service</a:t>
            </a:r>
            <a:br/>
            <a:r>
              <a:t>8006  Notification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492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Separate ports let multiple services run on the same development computer at the same time.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14 — Test /health and Swagger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Open http://127.0.0.1:8001/health.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Expected response: status = healthy and service = user-service.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Open http://127.0.0.1:8001/docs.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Swagger should show the Health and Users sections.</a:t>
            </a:r>
          </a:p>
          <a:p>
            <a:pPr>
              <a:spcAft>
                <a:spcPts val="700"/>
              </a:spcAft>
              <a:defRPr sz="1900">
                <a:solidFill>
                  <a:srgbClr val="222222"/>
                </a:solidFill>
              </a:defRPr>
            </a:pPr>
            <a:r>
              <a:t>Before creating data, GET /users should return an empty list: [].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15 — Create Your First User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789920" cy="50749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Consolas"/>
              </a:defRPr>
            </a:pPr>
            <a:r>
              <a:t>POST /users</a:t>
            </a:r>
            <a:br/>
            <a:br/>
            <a:r>
              <a:t>{</a:t>
            </a:r>
            <a:br/>
            <a:r>
              <a:t>  "first_name": "Test",</a:t>
            </a:r>
            <a:br/>
            <a:r>
              <a:t>  "last_name": "Renter",</a:t>
            </a:r>
            <a:br/>
            <a:r>
              <a:t>  "email": "renter@example.com",</a:t>
            </a:r>
            <a:br/>
            <a:r>
              <a:t>  "phone": "555-0100",</a:t>
            </a:r>
            <a:br/>
            <a:r>
              <a:t>  "role": "RENTER"</a:t>
            </a:r>
            <a:br/>
            <a:r>
              <a:t>}</a:t>
            </a:r>
            <a:br/>
            <a:br/>
            <a:r>
              <a:t>Expected status:</a:t>
            </a:r>
            <a:br/>
            <a:r>
              <a:t>201 Created</a:t>
            </a:r>
            <a:br/>
            <a:br/>
            <a:r>
              <a:t>Expected response:</a:t>
            </a:r>
            <a:br/>
            <a:r>
              <a:t>{</a:t>
            </a:r>
            <a:br/>
            <a:r>
              <a:t>  "first_name": "Test",</a:t>
            </a:r>
            <a:br/>
            <a:r>
              <a:t>  "last_name": "Renter",</a:t>
            </a:r>
            <a:br/>
            <a:r>
              <a:t>  "email": "renter@example.com",</a:t>
            </a:r>
            <a:br/>
            <a:r>
              <a:t>  "phone": "555-0100",</a:t>
            </a:r>
            <a:br/>
            <a:r>
              <a:t>  "role": "RENTER",</a:t>
            </a:r>
            <a:br/>
            <a:r>
              <a:t>  "id": 1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16 — Test Read + Update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70916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  <a:latin typeface="Consolas"/>
              </a:defRPr>
            </a:pPr>
            <a:r>
              <a:t>GET /users</a:t>
            </a:r>
            <a:br/>
            <a:r>
              <a:t>Expected: list containing user ID 1</a:t>
            </a:r>
            <a:br/>
            <a:br/>
            <a:r>
              <a:t>GET /users/1</a:t>
            </a:r>
            <a:br/>
            <a:r>
              <a:t>Expected: the first user</a:t>
            </a:r>
            <a:br/>
            <a:br/>
            <a:r>
              <a:t>GET /users/999</a:t>
            </a:r>
            <a:br/>
            <a:r>
              <a:t>Expected: 404 User not found</a:t>
            </a:r>
            <a:br/>
            <a:br/>
            <a:r>
              <a:t>PUT /users/1</a:t>
            </a:r>
            <a:br/>
            <a:br/>
            <a:r>
              <a:t>{</a:t>
            </a:r>
            <a:br/>
            <a:r>
              <a:t>  "phone": "555-0199",</a:t>
            </a:r>
            <a:br/>
            <a:r>
              <a:t>  "role": "OWNER"</a:t>
            </a:r>
            <a:br/>
            <a:r>
              <a:t>}</a:t>
            </a:r>
            <a:br/>
            <a:br/>
            <a:r>
              <a:t>Expected:</a:t>
            </a:r>
            <a:br/>
            <a:r>
              <a:t>Existing fields remain, phone and role change.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17 — Test Validation Failures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89920" cy="489204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Consolas"/>
              </a:defRPr>
            </a:pPr>
            <a:r>
              <a:t># Invalid email</a:t>
            </a:r>
            <a:br/>
            <a:r>
              <a:t>{</a:t>
            </a:r>
            <a:br/>
            <a:r>
              <a:t>  "first_name": "Test",</a:t>
            </a:r>
            <a:br/>
            <a:r>
              <a:t>  "last_name": "User",</a:t>
            </a:r>
            <a:br/>
            <a:r>
              <a:t>  "email": "not-an-email"</a:t>
            </a:r>
            <a:br/>
            <a:r>
              <a:t>}</a:t>
            </a:r>
            <a:br/>
            <a:br/>
            <a:r>
              <a:t># Invalid role</a:t>
            </a:r>
            <a:br/>
            <a:r>
              <a:t>{</a:t>
            </a:r>
            <a:br/>
            <a:r>
              <a:t>  "first_name": "Test",</a:t>
            </a:r>
            <a:br/>
            <a:r>
              <a:t>  "last_name": "User",</a:t>
            </a:r>
            <a:br/>
            <a:r>
              <a:t>  "email": "test@example.com",</a:t>
            </a:r>
            <a:br/>
            <a:r>
              <a:t>  "role": "DRIVER"</a:t>
            </a:r>
            <a:br/>
            <a:r>
              <a:t>}</a:t>
            </a:r>
            <a:br/>
            <a:br/>
            <a:r>
              <a:t># Missing required field</a:t>
            </a:r>
            <a:br/>
            <a:r>
              <a:t>{</a:t>
            </a:r>
            <a:br/>
            <a:r>
              <a:t>  "first_name": "Test",</a:t>
            </a:r>
            <a:br/>
            <a:r>
              <a:t>  "email": "test@example.com"</a:t>
            </a:r>
            <a:br/>
            <a:r>
              <a:t>}</a:t>
            </a:r>
            <a:br/>
            <a:br/>
            <a:r>
              <a:t>Expected:</a:t>
            </a:r>
            <a:br/>
            <a:r>
              <a:t>422 Unprocessable Entity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18 — Test with curl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89920" cy="48463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  <a:latin typeface="Consolas"/>
              </a:defRPr>
            </a:pPr>
            <a:r>
              <a:t># Health</a:t>
            </a:r>
            <a:br/>
            <a:r>
              <a:t>curl.exe http://127.0.0.1:8001/health</a:t>
            </a:r>
            <a:br/>
            <a:br/>
            <a:r>
              <a:t># List users</a:t>
            </a:r>
            <a:br/>
            <a:r>
              <a:t>curl.exe http://127.0.0.1:8001/users</a:t>
            </a:r>
            <a:br/>
            <a:br/>
            <a:r>
              <a:t># Get user 1</a:t>
            </a:r>
            <a:br/>
            <a:r>
              <a:t>curl.exe http://127.0.0.1:8001/users/1</a:t>
            </a:r>
            <a:br/>
            <a:br/>
            <a:r>
              <a:t># PowerShell-friendly POST example:</a:t>
            </a:r>
            <a:br/>
            <a:r>
              <a:t>curl.exe -X POST http://127.0.0.1:8001/users ^</a:t>
            </a:r>
            <a:br/>
            <a:r>
              <a:t>  -H "Content-Type: application/json" ^</a:t>
            </a:r>
            <a:br/>
            <a:r>
              <a:t>  -d "{\"first_name\":\"Test\",\"last_name\":\"Owner\",\"email\":\"owner@example.com\",\"role\":\"OWNER\"}"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Understand the Request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83080"/>
            <a:ext cx="207751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HTTP Request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90164" y="209397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18180" y="1783080"/>
            <a:ext cx="207751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FastAPI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3985" y="209397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42001" y="1783080"/>
            <a:ext cx="207751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Pydantic</a:t>
            </a:r>
            <a:br/>
            <a:r>
              <a:t>Validation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7806" y="209397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65822" y="1783080"/>
            <a:ext cx="207751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Router</a:t>
            </a:r>
            <a:br/>
            <a:r>
              <a:t>Function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61627" y="209397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489643" y="1783080"/>
            <a:ext cx="207751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In-Memory</a:t>
            </a:r>
            <a:br/>
            <a:r>
              <a:t>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3756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FastAPI matches the HTTP method and URL to a route.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Pydantic validates and converts incoming data.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The route performs business logic.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The temporary store holds data.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response_model validates/filters the response before JSON is returned.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HTTP Status Codes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70916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  <a:latin typeface="Consolas"/>
              </a:defRPr>
            </a:pPr>
            <a:r>
              <a:t>200 OK</a:t>
            </a:r>
            <a:br/>
            <a:r>
              <a:t>    Successful GET or update.</a:t>
            </a:r>
            <a:br/>
            <a:br/>
            <a:r>
              <a:t>201 Created</a:t>
            </a:r>
            <a:br/>
            <a:r>
              <a:t>    A new user was successfully created.</a:t>
            </a:r>
            <a:br/>
            <a:br/>
            <a:r>
              <a:t>404 Not Found</a:t>
            </a:r>
            <a:br/>
            <a:r>
              <a:t>    Requested user ID does not exist.</a:t>
            </a:r>
            <a:br/>
            <a:br/>
            <a:r>
              <a:t>422 Unprocessable Entity</a:t>
            </a:r>
            <a:br/>
            <a:r>
              <a:t>    Request reached FastAPI but failed Pydantic validation.</a:t>
            </a:r>
            <a:br/>
            <a:br/>
            <a:r>
              <a:t>500 Internal Server Error</a:t>
            </a:r>
            <a:br/>
            <a:r>
              <a:t>    Unexpected server-side failure.</a:t>
            </a:r>
            <a:br/>
            <a:r>
              <a:t>    We should investigate rather than intentionally return this.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Important Limitation — Data Is Temporary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828800"/>
            <a:ext cx="2359152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Create User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474720" y="213969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2736" y="1828800"/>
            <a:ext cx="2359152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users_db</a:t>
            </a:r>
            <a:br/>
            <a:r>
              <a:t>Memory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80176" y="213969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08192" y="1828800"/>
            <a:ext cx="2359152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Restart</a:t>
            </a:r>
            <a:br/>
            <a:r>
              <a:t>Uvicorn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485632" y="213969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13648" y="1828800"/>
            <a:ext cx="2359152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Data Gone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8328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The dictionary exists only in the Python process.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Restarting the service resets the data.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This is useful for learning API behavior but unacceptable for production.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Project 3 solves this with PostgreSQL persistence.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Break/Fix Lab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Remove email-validator and observe what happens when the app loads EmailStr.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Request /users/999 and explain why 404 is correct.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Send an invalid role and inspect FastAPI's 422 validation response.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Stop Uvicorn and confirm the service becomes unreachable.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Restart Uvicorn and notice that in-memory users disappeared.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Introduce a typo in an import, read the traceback, then fix it.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Change the service port and confirm you must use the new port to reach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Git Checkpoint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89920" cy="48463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  <a:latin typeface="Consolas"/>
              </a:defRPr>
            </a:pPr>
            <a:r>
              <a:t># Stop Uvicorn first if desired.</a:t>
            </a:r>
            <a:br/>
            <a:r>
              <a:t>CTRL + C</a:t>
            </a:r>
            <a:br/>
            <a:br/>
            <a:r>
              <a:t># Return to repository root.</a:t>
            </a:r>
            <a:br/>
            <a:r>
              <a:t>cd ..\..</a:t>
            </a:r>
            <a:br/>
            <a:br/>
            <a:r>
              <a:t># Review exactly what changed.</a:t>
            </a:r>
            <a:br/>
            <a:r>
              <a:t>git status</a:t>
            </a:r>
            <a:br/>
            <a:br/>
            <a:r>
              <a:t># Stage Project 2.</a:t>
            </a:r>
            <a:br/>
            <a:r>
              <a:t>git add .</a:t>
            </a:r>
            <a:br/>
            <a:br/>
            <a:r>
              <a:t># Review again before committing.</a:t>
            </a:r>
            <a:br/>
            <a:r>
              <a:t>git status</a:t>
            </a:r>
            <a:br/>
            <a:br/>
            <a:r>
              <a:t># Commit.</a:t>
            </a:r>
            <a:br/>
            <a:r>
              <a:t>git commit -m "Build FastAPI user microservice"</a:t>
            </a:r>
            <a:br/>
            <a:br/>
            <a:r>
              <a:t># Verify.</a:t>
            </a:r>
            <a:br/>
            <a:r>
              <a:t>git log --oneline -5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Project 2 Completion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User Service has its own virtual environment and requirements.txt.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Project uses app/main.py, schemas.py, store.py and routers/users.py.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GET /health returns HTTP 200.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POST /users returns HTTP 201 and a generated ID.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GET /users lists users.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GET /users/{id} returns a user or HTTP 404.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PUT /users/{id} updates selected fields.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Invalid email/role/missing fields produce validation errors.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Swagger and curl tests succeed.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You can explain why data disappears after restart.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Git commit succeeds.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Project 2 Review — What You Should Be Able to Explain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What is a REST endpoint?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What is the difference between GET, POST and PUT?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What does APIRouter solve?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Why do we use Pydantic schemas?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What is response_model?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Why is 201 different from 200?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Why should a missing user return 404?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Why is in-memory storage not persistent?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Why does each microservice use a different local port?</a:t>
            </a:r>
          </a:p>
          <a:p>
            <a:pPr>
              <a:spcAft>
                <a:spcPts val="700"/>
              </a:spcAft>
              <a:defRPr sz="1700">
                <a:solidFill>
                  <a:srgbClr val="222222"/>
                </a:solidFill>
              </a:defRPr>
            </a:pPr>
            <a:r>
              <a:t>Why should User Service not directly own vehicle or booking data?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Next — Project 3: PostgreSQL Persistence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35640" y="6519672"/>
            <a:ext cx="777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33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1828800"/>
            <a:ext cx="2382012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FastAPI</a:t>
            </a:r>
            <a:br/>
            <a:r>
              <a:t>User Service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451860" y="213969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79876" y="1828800"/>
            <a:ext cx="2382012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SQLAlchemy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80175" y="213969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08192" y="1828800"/>
            <a:ext cx="2382012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PostgreSQL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508492" y="2139696"/>
            <a:ext cx="109728" cy="274320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36508" y="1828800"/>
            <a:ext cx="2382012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4233C"/>
                </a:solidFill>
              </a:defRPr>
            </a:pPr>
            <a:r>
              <a:t>Alembic</a:t>
            </a:r>
            <a:br/>
            <a:r>
              <a:t>Migrations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83280"/>
            <a:ext cx="107899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Replace users_db with a real relational database.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Design the users table.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Learn SQL basics and PostgreSQL.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Use SQLAlchemy ORM models and database sessions.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Use Alembic to version database schema changes.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Prove that users survive application restarts.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