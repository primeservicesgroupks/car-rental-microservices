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PROJECT 03  |  Persistent User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5097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1C2D3"/>
                </a:solidFill>
              </a:defRPr>
            </a:pPr>
            <a:r>
              <a:t>FROM TEMPORARY MEMORY TO DURABLE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FastAPI + PostgreSQL + SQLAlchemy + Alembic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A hands-on, beginner-friendly lab with commented code, tests, break/fix, and Git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Where we are in the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Project 01: Repository, Git, Python environment, platform health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Project 02: User Service routes, Pydantic, Swagger, curl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PROJECT 03: Persistent PostgreSQL storage and migrations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Next: Project 04 authentication, JWT, and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The 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Today: store.users_db = {} holds user records only in Python memory.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Restart Uvicorn → all users disappear.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Goal: Keep the same HTTP endpoints while changing the persistence layer.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Definition of done: Create user → restart API → user still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Explain relational tables, primary keys, unique constraints, and transactions.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Start PostgreSQL locally and connect securely via DATABASE_URL.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Map a SQLAlchemy ORM model to the users table.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Create and apply a versioned Alembic migration.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Replace dictionary CRUD with database sessions.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Test persistence, duplicate emails, bad input, and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Architecture: 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BEFORE: Client → FastAPI → users.py → Python dictionary (volatile)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AFTER:  Client → FastAPI → users.py → SQLAlchemy session → PostgreSQL (persistent)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Pydantic schemas still validate API input/output.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Alembic changes the database schema; it does not serve HTTP requests.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Tools and their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PostgreSQL: relational database; stores users on disk.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SQLAlchemy: Python ORM and SQL/database connection layer.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Alembic: tracks database schema revisions.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psycopg: PostgreSQL driver used by SQLAlchemy.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Docker Desktop: optional repeatable local PostgreSQL container.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FastAPI, Swagger, curl, Git: continue from Project 02.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Lab prerequisites and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Windows + VS Code + Git Bash; Project 02 already working.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Python virtual environment active inside Webapp/services/user-service.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Docker Desktop running (recommended local PostgreSQL option).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Use only local containers: no AWS or cloud billing for this lab.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Keep .env out of Git; commit .env.example instead.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Checkpoint 0: save Project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repository root: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status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add Webapp/services/user-service LearningPath/Project-02-User-Service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commit -m "Finish Project 2 user API"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push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If there are unrelated changes, stage only the intended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1: local 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user-service directory, create compose.yaml (next slide).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Docker Desktop must be running.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Start: docker compose up -d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Check: docker compose ps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Logs: docker compose logs -f db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Port 5433 on host avoids conflict with an existing PostgreSQL on 5432.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compose.yaml: local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services: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db: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image: postgres:17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environment: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POSTGRES_DB: car_rental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POSTGRES_USER: car_app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POSTGRES_PASSWORD: local_dev_only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ports: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- "127.0.0.1:5433:5432"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volumes: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- pg_user_data:/var/lib/postgresql/data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healthcheck: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test: ["CMD-SHELL", "pg_isready -U car_app -d car_rental"]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interval: 5s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retries: 10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volumes: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pg_user_data: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2: install database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With (.venv) active in user-service: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python -m pip install "sqlalchemy&gt;=2,&lt;3" "alembic&gt;=1,&lt;2" "psycopg[binary]&gt;=3,&lt;4" python-dotenv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python -m pip freeze &gt; requirements.txt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python -c "import sqlalchemy, alembic, psycopg; print('DB tools OK')"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Commit requirements.txt; never commit .venv.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3: environment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Create .env.example and copy it to .env.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DATABASE_URL=postgresql+psycopg://car_app:local_dev_only@127.0.0.1:5433/car_rental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Keep .env ignored by Git.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This password is for a local learning container only.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Real deployments use managed secrets and distinct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4: target folder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app/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main.py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schemas.py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db.py              NEW: engine and session dependency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models.py          NEW: users SQL table mapping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routers/users.py   CHANGE: database CRUD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alembic/versions/     NEW: versioned schema changes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alembic.ini           NEW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compose.yaml          NEW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.env.example          NEW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requirements.txt      UPDATE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store.py              RETIRE after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5: db.py — connection +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"""Database connection and per-request session."""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import os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dotenv import load_dotenv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sqlalchemy import create_engine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sqlalchemy.orm import DeclarativeBase, sessionmaker, Session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fastapi import HTTPException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load_dotenv()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url = os.getenv("DATABASE_URL")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if not url: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raise RuntimeError("DATABASE_URL is missing")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engine = create_engine(url, pool_pre_ping=True)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SessionLocal = sessionmaker(bind=engine, expire_on_commit=False)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class Base(DeclarativeBase):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pass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def get_db():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db = SessionLocal()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try: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yield db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finally: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db.close()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6: models.py — users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"""SQLAlchemy ORM model: one instance = one row."""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sqlalchemy import String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sqlalchemy.orm import Mapped, mapped_column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app.db import Base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class User(Base):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__tablename__ = "users"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id: Mapped[int] = mapped_column(primary_key=True)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first_name: Mapped[str] = mapped_column(String(50))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last_name: Mapped[str] = mapped_column(String(50))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email: Mapped[str] = mapped_column(String(320), unique=True,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                              index=True, nullable=False)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phone: Mapped[str | None] = mapped_column(String(30), nullable=True)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role: Mapped[str] = mapped_column(String(20), default="RENTER")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How a table relates to an ORM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Table: users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Columns: id | first_name | last_name | email | phone | role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Primary key id identifies each row.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UNIQUE(email) protects against duplicates even when requests race.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ORM object User(...) maps Python attributes to a SQL row.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Pydantic UserResponse is an API contract, NOT the database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7: prepare Pydantic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Keep UserCreate and UserUpdate from Project 02.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Update UserResponse so ORM instances can be serialized.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pydantic import ConfigDict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class UserResponse(UserCreate):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id: int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model_config = ConfigDict(from_attributes=True)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Keep email validation and field length limits.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Database role is stored as text; API still uses UserRole.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8: initialize Alembic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user-service directory: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alembic init alembic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In alembic/env.py import app.models to register the User model.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Set target_metadata = Base.metadata.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Set sqlalchemy.url from DATABASE_URL rather than hard-coding credentials.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Next slide shows the key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Alembic env.py: required 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Add near the imports in alembic/env.py: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import os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dotenv import load_dotenv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app.db import Base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app import models  # registers User table with Base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load_dotenv()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config.set_main_option("sqlalchemy.url", os.environ["DATABASE_URL"])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target_metadata = Base.metadata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Keep the rest of the generated Alembic env.py intact.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Never commit a real database password into alembic.ini.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9: generate and inspect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Start DB, then run: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alembic revision --autogenerate -m "create users table"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OPEN the new alembic/versions/*.py file.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Verify it creates users, columns, primary key, and unique email/index.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Autogenerate is a draft: review before applying.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Apply: alembic upgrade head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Verify: alembic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10: database dependency in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At top of routers/users.py: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fastapi import Depends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sqlalchemy.orm import Session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sqlalchemy import select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sqlalchemy.exc import IntegrityError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app.db import get_db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app.models import User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Add db: Session = Depends(get_db) to each CRUD handler.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Remove "from app import store" after replacing all routes.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Keep existing router prefix="/users" and tags.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11: POST /users — persistent create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@router.post("", response_model=UserResponse, status_code=201)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def create_user(user: UserCreate, db: Session = Depends(get_db)):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email = str(user.email).strip().lower()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if db.scalar(select(User).where(User.email == email)):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raise HTTPException(409, "Email already exists")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record = User(**user.model_dump(exclude={"email", "role"}),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          email=email, role=user.role.value)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db.add(record)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try: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db.commit()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except IntegrityError:  # handles concurrent duplicate inserts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db.rollback()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raise HTTPException(409, "Email already exists")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db.refresh(record)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return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12: GET /users and GET /users/{id}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@router.get("", response_model=list[UserResponse])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def list_users(db: Session = Depends(get_db)):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return db.scalars(select(User).order_by(User.id)).all()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@router.get("/{user_id}", response_model=UserResponse)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def get_user(user_id: int, db: Session = Depends(get_db)):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record = db.get(User, user_id)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if record is None: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raise HTTPException(404, "User not found")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return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13: PUT /users/{id} — partial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@router.put("/{user_id}", response_model=UserResponse)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def update_user(user_id: int, changes: UserUpdate,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        db: Session = Depends(get_db)):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record = db.get(User, user_id)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if record is None: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raise HTTPException(404, "User not found")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data = changes.model_dump(exclude_unset=True)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if data.get("first_name") is None and "first_name" in data: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raise HTTPException(422, "first_name cannot be null")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if data.get("last_name") is None and "last_name" in data: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raise HTTPException(422, "last_name cannot be null")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if "email" in data: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if data["email"] is None: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    raise HTTPException(422, "email cannot be null")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data["email"] = str(data["email"]).strip().lower()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if "role" in data: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if data["role"] is None: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    raise HTTPException(422, "role cannot be null")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data["role"] = data["role"].value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for key, value in data.items():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setattr(record, key, value)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try: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db.commit()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except IntegrityError: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db.rollback()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 raise HTTPException(409, "Email already exists")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db.refresh(record)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return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14: main.py and health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Keep main.py from Project 02 and include the same users router.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GET /health checks whether the API process responds.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Optional: add GET /health/db using SELECT 1 to check DB connectivity.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Do not create tables using Base.metadata.create_all() in main.py;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Alembic owns schema creation and upgrades.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Step 15: run and inspect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Terminal A: docker compose up -d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Terminal B: alembic upgrade head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Terminal B: python -m uvicorn app.main:app --reload --port 8001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Browser: http://127.0.0.1:8001/docs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DB inspection: docker compose exec db psql -U car_app -d car_rental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Inside psql: \dt     then SELECT * FROM users;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Swagger lab: prove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1  GET /health → 200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2  GET /users → [] on a new database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3  POST /users valid record → 201, assigned id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4  GET /users/{id} → saved record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5  PUT /users/{id} change phone only → 200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6  Stop and restart Uvicorn; GET again → same record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7  Stop/start DB container (without -v); GET again → record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curl lab: create, read,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Git Bash; include -i to inspect HTTP status.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curl -i http://127.0.0.1:8001/health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curl -i -X POST http://127.0.0.1:8001/users \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-H 'Content-Type: application/json' \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-d '{"first_name":"Alex","last_name":"Lee", \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      "email":"alex@example.com","role":"RENTER"}'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curl -i http://127.0.0.1:8001/users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curl -i http://127.0.0.1:8001/users/1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curl -i -X PUT http://127.0.0.1:8001/users/1 \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-H 'Content-Type: application/json' \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-d '{"phone":"9135559999"}'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# Use the actual returned ID if the DB is not empty.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Negative tests: expected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POST invalid email → 422 (Pydantic)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POST missing last_name → 422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POST duplicate email with different case → 409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GET /users/999999 → 404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PUT /users/999999 → 404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PUT email to another existing user email → 409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PUT {"first_name": null} → 422 (non-nullable column)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DB unavailable → request fails; inspect logs, avoid pretending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Transactions and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db.add(): stage a new object in the session.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db.commit(): persist the transaction.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db.rollback(): reset the failed transaction.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db.refresh(): retrieve database-assigned fields.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A pre-check improves error messages; UNIQUE constraint provides final protection.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A future improvement is robust exception mapping for other database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Break/Fix Lab 1: missing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Break: temporarily unset DATABASE_URL.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Observe: app import fails with explicit missing-config error.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Diagnose: verify .env is in user-service working directory.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Fix: restore .env, rerun import, restart Uvicorn.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Record symptoms, root cause, fix, and verification in LearningPath notes.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Break/Fix Lab 2: database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Break: docker compose stop db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Observe: read/write request raises database connection error.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Diagnose: docker compose ps; docker compose logs db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Fix: docker compose start db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Verify: GET /users succeeds and existing records remain.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Learning: API process health ≠ database health.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Break/Fix Lab 3: 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Break safely: create a new model column but skip Alembic upgrade.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Observe: a query may fail because DB schema and ORM model disagree.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Diagnose: alembic current; alembic heads; inspect migration.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Fix: create/review/apply migration; retest.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Do not experiment on valuable production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Testing and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Dependencies installed and imports work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PostgreSQL container healthy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Migration reviewed and applied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Swagger create/read/update work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curl create/read/update work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Restart test proves persistence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404, 409, 422 paths verified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.env ignored; .env.example tracked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[ ] Lab notes include at least one break/fix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Git checkpoint: Project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From repo root: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status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check-ignore Webapp/services/user-service/.env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add Webapp/services/user-service LearningPath/Project-03-Database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diff --cached --stat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commit -m "Add PostgreSQL persistence to user service"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 git push</a:t>
            </a:r>
          </a:p>
          <a:p>
            <a:pPr>
              <a:spcAft>
                <a:spcPts val="100"/>
              </a:spcAft>
              <a:defRPr sz="1500">
                <a:solidFill>
                  <a:srgbClr val="EFF6FC"/>
                </a:solidFill>
                <a:latin typeface="Consolas"/>
              </a:defRPr>
            </a:pPr>
            <a:r>
              <a:t>Never stage .env or database volume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Cleanup and cost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Stop local API with Ctrl+C.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Stop DB: docker compose down (retains named volume/data).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WARNING: docker compose down -v deletes the database volume/data.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This project does not require AWS resources.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Document how to rebuild from migration files and a fresh empty DB.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Interview STAR: Project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SITUATION: The initial User Service lost all users after restart.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TASK: Add durable persistence without changing the public API contract.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ACTION: Added PostgreSQL, SQLAlchemy models/sessions, Alembic migrations, database uniqueness, and positive/negative HTTP tests.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RESULT TO VERIFY: Users survive API and container restarts; duplicate emails are rejected; schema changes are repeatable.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Discuss tradeoff: local container now, managed DB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C2AE"/>
                </a:solidFill>
                <a:latin typeface="Aptos Display"/>
              </a:defRPr>
            </a:pPr>
            <a:r>
              <a:t>Final review and Project 04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881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Project 01 taught the development foundation.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Project 02 taught API contracts, routes, validation, and HTTP errors.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Project 03 teaches durable storage, migrations, and transactions.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NEXT: Project 04 Authentication and Authorization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Password hashing, JWT access tokens, protected routes, role permissions, and secure registration.</a:t>
            </a:r>
          </a:p>
          <a:p>
            <a:pPr>
              <a:spcAft>
                <a:spcPts val="800"/>
              </a:spcAft>
              <a:defRPr sz="2000">
                <a:solidFill>
                  <a:srgbClr val="EFF6FC"/>
                </a:solidFill>
                <a:latin typeface="Aptos"/>
              </a:defRPr>
            </a:pPr>
            <a:r>
              <a:t>SECURITY NOTE: Public clients must not be allowed to self-assign ADMIN.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1C2D3"/>
                </a:solidFill>
              </a:defRPr>
            </a:pPr>
            <a:r>
              <a:t>CAR RENTAL MICROSERVICES  /  PROJECT 03                                        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